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3" r:id="rId6"/>
    <p:sldMasterId id="2147483648" r:id="rId7"/>
    <p:sldMasterId id="2147483657" r:id="rId8"/>
  </p:sldMasterIdLst>
  <p:notesMasterIdLst>
    <p:notesMasterId r:id="rId22"/>
  </p:notesMasterIdLst>
  <p:handoutMasterIdLst>
    <p:handoutMasterId r:id="rId23"/>
  </p:handoutMasterIdLst>
  <p:sldIdLst>
    <p:sldId id="270" r:id="rId9"/>
    <p:sldId id="316" r:id="rId10"/>
    <p:sldId id="300" r:id="rId11"/>
    <p:sldId id="301" r:id="rId12"/>
    <p:sldId id="311" r:id="rId13"/>
    <p:sldId id="317" r:id="rId14"/>
    <p:sldId id="318" r:id="rId15"/>
    <p:sldId id="319" r:id="rId16"/>
    <p:sldId id="320" r:id="rId17"/>
    <p:sldId id="307" r:id="rId18"/>
    <p:sldId id="314" r:id="rId19"/>
    <p:sldId id="315" r:id="rId20"/>
    <p:sldId id="310" r:id="rId21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7242" userDrawn="1">
          <p15:clr>
            <a:srgbClr val="A4A3A4"/>
          </p15:clr>
        </p15:guide>
        <p15:guide id="2" orient="horz" pos="799" userDrawn="1">
          <p15:clr>
            <a:srgbClr val="A4A3A4"/>
          </p15:clr>
        </p15:guide>
        <p15:guide id="3" orient="horz" pos="3884" userDrawn="1">
          <p15:clr>
            <a:srgbClr val="A4A3A4"/>
          </p15:clr>
        </p15:guide>
        <p15:guide id="4" orient="horz" pos="2160" userDrawn="1">
          <p15:clr>
            <a:srgbClr val="A4A3A4"/>
          </p15:clr>
        </p15:guide>
        <p15:guide id="5" pos="43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0611"/>
    <a:srgbClr val="D80611"/>
    <a:srgbClr val="D7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anmörkt format 2 - Dekorfär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887" autoAdjust="0"/>
    <p:restoredTop sz="90000" autoAdjust="0"/>
  </p:normalViewPr>
  <p:slideViewPr>
    <p:cSldViewPr snapToGrid="0">
      <p:cViewPr varScale="1">
        <p:scale>
          <a:sx n="67" d="100"/>
          <a:sy n="67" d="100"/>
        </p:scale>
        <p:origin x="380" y="44"/>
      </p:cViewPr>
      <p:guideLst>
        <p:guide pos="7242"/>
        <p:guide orient="horz" pos="799"/>
        <p:guide orient="horz" pos="3884"/>
        <p:guide orient="horz" pos="2160"/>
        <p:guide pos="43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9" d="100"/>
          <a:sy n="89" d="100"/>
        </p:scale>
        <p:origin x="379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3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2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1.xml"/><Relationship Id="rId11" Type="http://schemas.openxmlformats.org/officeDocument/2006/relationships/slide" Target="slides/slide3.xml"/><Relationship Id="rId24" Type="http://schemas.openxmlformats.org/officeDocument/2006/relationships/presProps" Target="presProps.xml"/><Relationship Id="rId5" Type="http://schemas.openxmlformats.org/officeDocument/2006/relationships/customXml" Target="../customXml/item5.xml"/><Relationship Id="rId15" Type="http://schemas.openxmlformats.org/officeDocument/2006/relationships/slide" Target="slides/slide7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27" Type="http://schemas.openxmlformats.org/officeDocument/2006/relationships/tableStyles" Target="tableStyles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96ED4D-9974-4266-9636-7DF9434CB37C}" type="datetimeFigureOut">
              <a:rPr lang="sv-SE" smtClean="0"/>
              <a:t>2024-02-01</a:t>
            </a:fld>
            <a:endParaRPr lang="sv-SE"/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75A873-DB4E-4F59-A8B1-757F0F4852C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168677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592141-416E-49B0-82D1-A68B9C506992}" type="datetimeFigureOut">
              <a:rPr lang="sv-SE" smtClean="0"/>
              <a:t>2024-02-01</a:t>
            </a:fld>
            <a:endParaRPr lang="sv-SE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/>
              <a:t>Redigera format för bakgrundstext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B863A3-F6DA-432C-A68C-0B1EB56ED58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06493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863A3-F6DA-432C-A68C-0B1EB56ED58E}" type="slidenum">
              <a:rPr lang="sv-SE" smtClean="0"/>
              <a:t>1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763956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objekt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873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&amp; text röd bakgrund">
    <p:bg>
      <p:bgPr>
        <a:solidFill>
          <a:srgbClr val="D7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AD7E678-F878-4A88-B37F-CF88CE888B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6000" y="1998000"/>
            <a:ext cx="10800000" cy="1080000"/>
          </a:xfrm>
          <a:prstGeom prst="rect">
            <a:avLst/>
          </a:prstGeom>
        </p:spPr>
        <p:txBody>
          <a:bodyPr anchor="ctr"/>
          <a:lstStyle>
            <a:lvl1pPr algn="ctr">
              <a:defRPr sz="6000" baseline="0"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Klicka - lägg till rubrik</a:t>
            </a:r>
            <a:endParaRPr lang="en-US" dirty="0"/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1AAAF19A-C108-416B-94E8-AE411170AA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6000" y="3789000"/>
            <a:ext cx="10800000" cy="1800000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sv-SE" dirty="0"/>
              <a:t>Skriv text här</a:t>
            </a:r>
            <a:endParaRPr lang="en-US" dirty="0"/>
          </a:p>
        </p:txBody>
      </p:sp>
      <p:sp>
        <p:nvSpPr>
          <p:cNvPr id="8" name="Platshållare för datum 2"/>
          <p:cNvSpPr>
            <a:spLocks noGrp="1"/>
          </p:cNvSpPr>
          <p:nvPr>
            <p:ph type="dt" sz="half" idx="2"/>
          </p:nvPr>
        </p:nvSpPr>
        <p:spPr>
          <a:xfrm>
            <a:off x="10152000" y="201600"/>
            <a:ext cx="1767114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endParaRPr lang="sv-SE" dirty="0"/>
          </a:p>
        </p:txBody>
      </p:sp>
      <p:sp>
        <p:nvSpPr>
          <p:cNvPr id="9" name="Platshållare för sidfot 4"/>
          <p:cNvSpPr>
            <a:spLocks noGrp="1"/>
          </p:cNvSpPr>
          <p:nvPr>
            <p:ph type="ftr" sz="quarter" idx="3"/>
          </p:nvPr>
        </p:nvSpPr>
        <p:spPr>
          <a:xfrm>
            <a:off x="694800" y="201600"/>
            <a:ext cx="405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sv-SE"/>
              <a:t>Titel</a:t>
            </a:r>
            <a:endParaRPr lang="sv-SE" dirty="0"/>
          </a:p>
        </p:txBody>
      </p:sp>
      <p:sp>
        <p:nvSpPr>
          <p:cNvPr id="10" name="Platshållare för bildnummer 1"/>
          <p:cNvSpPr>
            <a:spLocks noGrp="1"/>
          </p:cNvSpPr>
          <p:nvPr>
            <p:ph type="sldNum" sz="quarter" idx="4"/>
          </p:nvPr>
        </p:nvSpPr>
        <p:spPr>
          <a:xfrm>
            <a:off x="0" y="201600"/>
            <a:ext cx="78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fld id="{816FEC2C-AD63-44F4-896C-A2025F5FB260}" type="slidenum">
              <a:rPr lang="sv-SE" smtClean="0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6909222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&amp; text - bildbak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tshållare för bild 5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</p:spPr>
        <p:txBody>
          <a:bodyPr anchor="t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Bild</a:t>
            </a: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DAD7E678-F878-4A88-B37F-CF88CE888B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6000" y="1998000"/>
            <a:ext cx="10800000" cy="1080000"/>
          </a:xfrm>
          <a:prstGeom prst="rect">
            <a:avLst/>
          </a:prstGeom>
        </p:spPr>
        <p:txBody>
          <a:bodyPr anchor="ctr"/>
          <a:lstStyle>
            <a:lvl1pPr algn="ctr">
              <a:defRPr sz="6000" baseline="0"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Klicka - lägg till rubrik</a:t>
            </a:r>
            <a:endParaRPr lang="en-US" dirty="0"/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1AAAF19A-C108-416B-94E8-AE411170AA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6000" y="3789000"/>
            <a:ext cx="10800000" cy="1800000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spc="0">
                <a:solidFill>
                  <a:schemeClr val="bg1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sv-SE" dirty="0"/>
              <a:t>Skriv text här</a:t>
            </a:r>
            <a:endParaRPr lang="en-US" dirty="0"/>
          </a:p>
        </p:txBody>
      </p:sp>
      <p:sp>
        <p:nvSpPr>
          <p:cNvPr id="4" name="textruta 3">
            <a:extLst>
              <a:ext uri="{FF2B5EF4-FFF2-40B4-BE49-F238E27FC236}">
                <a16:creationId xmlns:a16="http://schemas.microsoft.com/office/drawing/2014/main" id="{2DB92D40-5F44-4A12-A0C2-161F3FFFEFD2}"/>
              </a:ext>
            </a:extLst>
          </p:cNvPr>
          <p:cNvSpPr txBox="1"/>
          <p:nvPr userDrawn="1"/>
        </p:nvSpPr>
        <p:spPr>
          <a:xfrm>
            <a:off x="0" y="-363264"/>
            <a:ext cx="12192000" cy="246221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b" anchorCtr="0">
            <a:spAutoFit/>
          </a:bodyPr>
          <a:lstStyle/>
          <a:p>
            <a:r>
              <a:rPr lang="sv-SE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För att byta bakgrundsbild – Högerklicka på bilden. Välj Ändra bild. Välj sedan Från en fil.</a:t>
            </a:r>
          </a:p>
        </p:txBody>
      </p:sp>
      <p:sp>
        <p:nvSpPr>
          <p:cNvPr id="15" name="Platshållare för text 14">
            <a:extLst>
              <a:ext uri="{FF2B5EF4-FFF2-40B4-BE49-F238E27FC236}">
                <a16:creationId xmlns:a16="http://schemas.microsoft.com/office/drawing/2014/main" id="{BC63DBC5-3A01-48A2-B443-DAC14C323B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38665" y="0"/>
            <a:ext cx="1514671" cy="756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2" name="Platshållare för datum 2"/>
          <p:cNvSpPr>
            <a:spLocks noGrp="1"/>
          </p:cNvSpPr>
          <p:nvPr>
            <p:ph type="dt" sz="half" idx="2"/>
          </p:nvPr>
        </p:nvSpPr>
        <p:spPr>
          <a:xfrm>
            <a:off x="10152000" y="201600"/>
            <a:ext cx="1767114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endParaRPr lang="sv-SE" dirty="0"/>
          </a:p>
        </p:txBody>
      </p:sp>
      <p:sp>
        <p:nvSpPr>
          <p:cNvPr id="13" name="Platshållare för sidfot 4"/>
          <p:cNvSpPr>
            <a:spLocks noGrp="1"/>
          </p:cNvSpPr>
          <p:nvPr>
            <p:ph type="ftr" sz="quarter" idx="3"/>
          </p:nvPr>
        </p:nvSpPr>
        <p:spPr>
          <a:xfrm>
            <a:off x="694800" y="201600"/>
            <a:ext cx="405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sv-SE"/>
              <a:t>Titel</a:t>
            </a:r>
            <a:endParaRPr lang="sv-SE" dirty="0"/>
          </a:p>
        </p:txBody>
      </p:sp>
      <p:sp>
        <p:nvSpPr>
          <p:cNvPr id="14" name="Platshållare för bildnummer 1"/>
          <p:cNvSpPr>
            <a:spLocks noGrp="1"/>
          </p:cNvSpPr>
          <p:nvPr>
            <p:ph type="sldNum" sz="quarter" idx="4"/>
          </p:nvPr>
        </p:nvSpPr>
        <p:spPr>
          <a:xfrm>
            <a:off x="0" y="201600"/>
            <a:ext cx="78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fld id="{816FEC2C-AD63-44F4-896C-A2025F5FB260}" type="slidenum">
              <a:rPr lang="sv-SE" smtClean="0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907281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- bildbak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tshållare för bild 5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</p:spPr>
        <p:txBody>
          <a:bodyPr anchor="t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Bild</a:t>
            </a: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DAD7E678-F878-4A88-B37F-CF88CE888B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6000" y="1998000"/>
            <a:ext cx="10800000" cy="1080000"/>
          </a:xfrm>
          <a:prstGeom prst="rect">
            <a:avLst/>
          </a:prstGeom>
        </p:spPr>
        <p:txBody>
          <a:bodyPr anchor="ctr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Klicka - lägg till rubrik</a:t>
            </a:r>
            <a:endParaRPr lang="en-US" dirty="0"/>
          </a:p>
        </p:txBody>
      </p:sp>
      <p:sp>
        <p:nvSpPr>
          <p:cNvPr id="4" name="textruta 3">
            <a:extLst>
              <a:ext uri="{FF2B5EF4-FFF2-40B4-BE49-F238E27FC236}">
                <a16:creationId xmlns:a16="http://schemas.microsoft.com/office/drawing/2014/main" id="{2DB92D40-5F44-4A12-A0C2-161F3FFFEFD2}"/>
              </a:ext>
            </a:extLst>
          </p:cNvPr>
          <p:cNvSpPr txBox="1"/>
          <p:nvPr userDrawn="1"/>
        </p:nvSpPr>
        <p:spPr>
          <a:xfrm>
            <a:off x="0" y="-363264"/>
            <a:ext cx="12192000" cy="246221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b" anchorCtr="0">
            <a:spAutoFit/>
          </a:bodyPr>
          <a:lstStyle/>
          <a:p>
            <a:r>
              <a:rPr lang="sv-SE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För att byta bakgrundsbild – Högerklicka på bilden. Välj Ändra bild. Välj sedan Från en fil.</a:t>
            </a:r>
          </a:p>
        </p:txBody>
      </p:sp>
      <p:sp>
        <p:nvSpPr>
          <p:cNvPr id="15" name="Platshållare för text 14">
            <a:extLst>
              <a:ext uri="{FF2B5EF4-FFF2-40B4-BE49-F238E27FC236}">
                <a16:creationId xmlns:a16="http://schemas.microsoft.com/office/drawing/2014/main" id="{BC63DBC5-3A01-48A2-B443-DAC14C323B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38665" y="0"/>
            <a:ext cx="1514671" cy="756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9" name="Platshållare för datum 2"/>
          <p:cNvSpPr>
            <a:spLocks noGrp="1"/>
          </p:cNvSpPr>
          <p:nvPr>
            <p:ph type="dt" sz="half" idx="2"/>
          </p:nvPr>
        </p:nvSpPr>
        <p:spPr>
          <a:xfrm>
            <a:off x="10152000" y="201600"/>
            <a:ext cx="1767114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endParaRPr lang="sv-SE" dirty="0"/>
          </a:p>
        </p:txBody>
      </p:sp>
      <p:sp>
        <p:nvSpPr>
          <p:cNvPr id="11" name="Platshållare för sidfot 4"/>
          <p:cNvSpPr>
            <a:spLocks noGrp="1"/>
          </p:cNvSpPr>
          <p:nvPr>
            <p:ph type="ftr" sz="quarter" idx="3"/>
          </p:nvPr>
        </p:nvSpPr>
        <p:spPr>
          <a:xfrm>
            <a:off x="694800" y="201600"/>
            <a:ext cx="405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sv-SE"/>
              <a:t>Titel</a:t>
            </a:r>
            <a:endParaRPr lang="sv-SE" dirty="0"/>
          </a:p>
        </p:txBody>
      </p:sp>
      <p:sp>
        <p:nvSpPr>
          <p:cNvPr id="12" name="Platshållare för bildnummer 1"/>
          <p:cNvSpPr>
            <a:spLocks noGrp="1"/>
          </p:cNvSpPr>
          <p:nvPr>
            <p:ph type="sldNum" sz="quarter" idx="4"/>
          </p:nvPr>
        </p:nvSpPr>
        <p:spPr>
          <a:xfrm>
            <a:off x="0" y="201600"/>
            <a:ext cx="78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fld id="{816FEC2C-AD63-44F4-896C-A2025F5FB260}" type="slidenum">
              <a:rPr lang="sv-SE" smtClean="0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89252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>
          <a:xfrm>
            <a:off x="696000" y="1998000"/>
            <a:ext cx="10800000" cy="1080000"/>
          </a:xfrm>
          <a:prstGeom prst="rect">
            <a:avLst/>
          </a:prstGeom>
        </p:spPr>
        <p:txBody>
          <a:bodyPr anchor="ctr"/>
          <a:lstStyle>
            <a:lvl1pPr algn="ctr">
              <a:defRPr sz="6000" baseline="0"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Klicka - lägg till rubrik</a:t>
            </a:r>
          </a:p>
        </p:txBody>
      </p:sp>
      <p:sp>
        <p:nvSpPr>
          <p:cNvPr id="9" name="Platshållare för datum 2"/>
          <p:cNvSpPr>
            <a:spLocks noGrp="1"/>
          </p:cNvSpPr>
          <p:nvPr>
            <p:ph type="dt" sz="half" idx="2"/>
          </p:nvPr>
        </p:nvSpPr>
        <p:spPr>
          <a:xfrm>
            <a:off x="10152000" y="201600"/>
            <a:ext cx="1767114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endParaRPr lang="sv-SE" dirty="0"/>
          </a:p>
        </p:txBody>
      </p:sp>
      <p:sp>
        <p:nvSpPr>
          <p:cNvPr id="10" name="Platshållare för sidfot 4"/>
          <p:cNvSpPr>
            <a:spLocks noGrp="1"/>
          </p:cNvSpPr>
          <p:nvPr>
            <p:ph type="ftr" sz="quarter" idx="3"/>
          </p:nvPr>
        </p:nvSpPr>
        <p:spPr>
          <a:xfrm>
            <a:off x="694800" y="201600"/>
            <a:ext cx="405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sv-SE"/>
              <a:t>Titel</a:t>
            </a:r>
            <a:endParaRPr lang="sv-SE" dirty="0"/>
          </a:p>
        </p:txBody>
      </p:sp>
      <p:sp>
        <p:nvSpPr>
          <p:cNvPr id="11" name="Platshållare för bildnummer 1"/>
          <p:cNvSpPr>
            <a:spLocks noGrp="1"/>
          </p:cNvSpPr>
          <p:nvPr>
            <p:ph type="sldNum" sz="quarter" idx="4"/>
          </p:nvPr>
        </p:nvSpPr>
        <p:spPr>
          <a:xfrm>
            <a:off x="0" y="201600"/>
            <a:ext cx="78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fld id="{816FEC2C-AD63-44F4-896C-A2025F5FB260}" type="slidenum">
              <a:rPr lang="sv-SE" smtClean="0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851035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ubrik &amp; pun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>
          <a:xfrm>
            <a:off x="694800" y="1270800"/>
            <a:ext cx="10800000" cy="900000"/>
          </a:xfrm>
          <a:prstGeom prst="rect">
            <a:avLst/>
          </a:prstGeom>
        </p:spPr>
        <p:txBody>
          <a:bodyPr anchor="ctr"/>
          <a:lstStyle>
            <a:lvl1pPr algn="l">
              <a:defRPr sz="4000"/>
            </a:lvl1pPr>
          </a:lstStyle>
          <a:p>
            <a:r>
              <a:rPr lang="sv-SE" dirty="0"/>
              <a:t>Klicka – lägg till rubrik</a:t>
            </a:r>
          </a:p>
        </p:txBody>
      </p:sp>
      <p:sp>
        <p:nvSpPr>
          <p:cNvPr id="8" name="Platshållare för text 7"/>
          <p:cNvSpPr>
            <a:spLocks noGrp="1"/>
          </p:cNvSpPr>
          <p:nvPr>
            <p:ph type="body" sz="quarter" idx="12" hasCustomPrompt="1"/>
          </p:nvPr>
        </p:nvSpPr>
        <p:spPr>
          <a:xfrm>
            <a:off x="694800" y="2529000"/>
            <a:ext cx="8607600" cy="3060000"/>
          </a:xfrm>
          <a:prstGeom prst="rect">
            <a:avLst/>
          </a:prstGeom>
        </p:spPr>
        <p:txBody>
          <a:bodyPr/>
          <a:lstStyle>
            <a:lvl1pPr marL="360000" indent="-360000" defTabSz="360000">
              <a:lnSpc>
                <a:spcPct val="100000"/>
              </a:lnSpc>
              <a:buFont typeface="Arial" panose="020B0604020202020204" pitchFamily="34" charset="0"/>
              <a:buChar char="•"/>
              <a:defRPr sz="2000" spc="0"/>
            </a:lvl1pPr>
            <a:lvl2pPr marL="720000" marR="0" indent="-360000" algn="l" defTabSz="3600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‒"/>
              <a:tabLst>
                <a:tab pos="360000" algn="l"/>
              </a:tabLst>
              <a:defRPr lang="sv-SE" sz="1800" kern="1200" spc="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000" marR="0" indent="-3600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‒"/>
              <a:tabLst/>
              <a:defRPr lang="sv-SE" sz="1800" kern="1200" spc="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000" marR="0" indent="-3600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‒"/>
              <a:tabLst/>
              <a:defRPr lang="sv-SE" sz="1800" kern="1200" spc="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0000" indent="-360000" defTabSz="3240000">
              <a:buFont typeface="Arial" panose="020B0604020202020204" pitchFamily="34" charset="0"/>
              <a:buChar char="‒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  <a:tab pos="3240000" algn="l"/>
              </a:tabLst>
              <a:defRPr lang="sv-SE" sz="1800" kern="1200" spc="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60000" indent="-360000">
              <a:buFont typeface="Arial" panose="020B0604020202020204" pitchFamily="34" charset="0"/>
              <a:buChar char="‒"/>
              <a:defRPr lang="sv-SE" sz="1800" kern="1200" spc="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20000" indent="-360000">
              <a:buFont typeface="Arial" panose="020B0604020202020204" pitchFamily="34" charset="0"/>
              <a:buChar char="‒"/>
              <a:defRPr lang="sv-SE" sz="1800" kern="1200" spc="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80000" indent="-360000">
              <a:buFont typeface="Arial" panose="020B0604020202020204" pitchFamily="34" charset="0"/>
              <a:buChar char="‒"/>
              <a:defRPr lang="sv-SE" sz="1800" kern="1200" spc="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40000" indent="-324000">
              <a:buFont typeface="Arial" panose="020B0604020202020204" pitchFamily="34" charset="0"/>
              <a:buChar char="‒"/>
              <a:defRPr lang="sv-SE" sz="1800" kern="1200" spc="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sv-SE" dirty="0"/>
              <a:t>Skriv text här</a:t>
            </a:r>
          </a:p>
        </p:txBody>
      </p:sp>
      <p:sp>
        <p:nvSpPr>
          <p:cNvPr id="10" name="Platshållare för datum 2"/>
          <p:cNvSpPr>
            <a:spLocks noGrp="1"/>
          </p:cNvSpPr>
          <p:nvPr>
            <p:ph type="dt" sz="half" idx="2"/>
          </p:nvPr>
        </p:nvSpPr>
        <p:spPr>
          <a:xfrm>
            <a:off x="10152000" y="201600"/>
            <a:ext cx="1767114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endParaRPr lang="sv-SE" dirty="0"/>
          </a:p>
        </p:txBody>
      </p:sp>
      <p:sp>
        <p:nvSpPr>
          <p:cNvPr id="11" name="Platshållare för sidfot 4"/>
          <p:cNvSpPr>
            <a:spLocks noGrp="1"/>
          </p:cNvSpPr>
          <p:nvPr>
            <p:ph type="ftr" sz="quarter" idx="3"/>
          </p:nvPr>
        </p:nvSpPr>
        <p:spPr>
          <a:xfrm>
            <a:off x="694800" y="201600"/>
            <a:ext cx="405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sv-SE"/>
              <a:t>Titel</a:t>
            </a:r>
            <a:endParaRPr lang="sv-SE" dirty="0"/>
          </a:p>
        </p:txBody>
      </p:sp>
      <p:sp>
        <p:nvSpPr>
          <p:cNvPr id="12" name="Platshållare för bildnummer 1"/>
          <p:cNvSpPr>
            <a:spLocks noGrp="1"/>
          </p:cNvSpPr>
          <p:nvPr>
            <p:ph type="sldNum" sz="quarter" idx="4"/>
          </p:nvPr>
        </p:nvSpPr>
        <p:spPr>
          <a:xfrm>
            <a:off x="0" y="201600"/>
            <a:ext cx="78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816FEC2C-AD63-44F4-896C-A2025F5FB260}" type="slidenum">
              <a:rPr lang="sv-SE" smtClean="0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4011162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, text &amp; logoty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>
          <a:xfrm>
            <a:off x="696000" y="1998000"/>
            <a:ext cx="10800000" cy="1080000"/>
          </a:xfrm>
          <a:prstGeom prst="rect">
            <a:avLst/>
          </a:prstGeom>
        </p:spPr>
        <p:txBody>
          <a:bodyPr anchor="ctr"/>
          <a:lstStyle>
            <a:lvl1pPr algn="ctr">
              <a:defRPr sz="6000"/>
            </a:lvl1pPr>
          </a:lstStyle>
          <a:p>
            <a:r>
              <a:rPr lang="sv-SE" dirty="0"/>
              <a:t>Klicka – lägg till rubrik</a:t>
            </a:r>
          </a:p>
        </p:txBody>
      </p:sp>
      <p:sp>
        <p:nvSpPr>
          <p:cNvPr id="8" name="Platshållare för text 7"/>
          <p:cNvSpPr>
            <a:spLocks noGrp="1"/>
          </p:cNvSpPr>
          <p:nvPr>
            <p:ph type="body" sz="quarter" idx="12" hasCustomPrompt="1"/>
          </p:nvPr>
        </p:nvSpPr>
        <p:spPr>
          <a:xfrm>
            <a:off x="696000" y="3284970"/>
            <a:ext cx="10800000" cy="180000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Font typeface="+mj-lt"/>
              <a:buNone/>
              <a:defRPr sz="2400" spc="0" baseline="0"/>
            </a:lvl1pPr>
            <a:lvl2pPr marL="575100" indent="-342900">
              <a:buFont typeface="+mj-lt"/>
              <a:buAutoNum type="arabicPeriod"/>
              <a:defRPr/>
            </a:lvl2pPr>
            <a:lvl3pPr marL="805500" indent="-342900">
              <a:buFont typeface="+mj-lt"/>
              <a:buAutoNum type="arabicPeriod"/>
              <a:defRPr/>
            </a:lvl3pPr>
            <a:lvl4pPr marL="1035900" indent="-342900">
              <a:buFont typeface="+mj-lt"/>
              <a:buAutoNum type="arabicPeriod"/>
              <a:defRPr/>
            </a:lvl4pPr>
            <a:lvl5pPr marL="12303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sv-SE" dirty="0"/>
              <a:t>Skriv text här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sz="1000"/>
            </a:lvl1pPr>
          </a:lstStyle>
          <a:p>
            <a:endParaRPr lang="sv-SE" dirty="0"/>
          </a:p>
        </p:txBody>
      </p:sp>
      <p:sp>
        <p:nvSpPr>
          <p:cNvPr id="9" name="Platshållare för sidfot 8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 sz="1000"/>
            </a:lvl1pPr>
          </a:lstStyle>
          <a:p>
            <a:r>
              <a:rPr lang="sv-SE"/>
              <a:t>Titel</a:t>
            </a:r>
            <a:endParaRPr lang="sv-SE" dirty="0"/>
          </a:p>
        </p:txBody>
      </p:sp>
      <p:sp>
        <p:nvSpPr>
          <p:cNvPr id="10" name="Platshållare för bildnummer 9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 sz="1000"/>
            </a:lvl1pPr>
          </a:lstStyle>
          <a:p>
            <a:fld id="{816FEC2C-AD63-44F4-896C-A2025F5FB260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6" name="Platshållare för text 5"/>
          <p:cNvSpPr>
            <a:spLocks noGrp="1"/>
          </p:cNvSpPr>
          <p:nvPr>
            <p:ph type="body" sz="quarter" idx="17" hasCustomPrompt="1"/>
          </p:nvPr>
        </p:nvSpPr>
        <p:spPr>
          <a:xfrm>
            <a:off x="694800" y="5529600"/>
            <a:ext cx="2739600" cy="925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sv-SE" dirty="0"/>
              <a:t>Plats för EU-logotyp</a:t>
            </a:r>
          </a:p>
        </p:txBody>
      </p:sp>
    </p:spTree>
    <p:extLst>
      <p:ext uri="{BB962C8B-B14F-4D97-AF65-F5344CB8AC3E}">
        <p14:creationId xmlns:p14="http://schemas.microsoft.com/office/powerpoint/2010/main" val="22793110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vä, bild h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>
          <a:xfrm>
            <a:off x="696000" y="1269000"/>
            <a:ext cx="5040000" cy="900000"/>
          </a:xfrm>
          <a:prstGeom prst="rect">
            <a:avLst/>
          </a:prstGeom>
        </p:spPr>
        <p:txBody>
          <a:bodyPr anchor="ctr"/>
          <a:lstStyle>
            <a:lvl1pPr>
              <a:defRPr sz="4000"/>
            </a:lvl1pPr>
          </a:lstStyle>
          <a:p>
            <a:r>
              <a:rPr lang="sv-SE" dirty="0"/>
              <a:t>Rubrik</a:t>
            </a:r>
          </a:p>
        </p:txBody>
      </p:sp>
      <p:sp>
        <p:nvSpPr>
          <p:cNvPr id="10" name="Platshållare för bild 9"/>
          <p:cNvSpPr>
            <a:spLocks noGrp="1"/>
          </p:cNvSpPr>
          <p:nvPr>
            <p:ph type="pic" sz="quarter" idx="13" hasCustomPrompt="1"/>
          </p:nvPr>
        </p:nvSpPr>
        <p:spPr>
          <a:xfrm>
            <a:off x="6456000" y="1269000"/>
            <a:ext cx="5040000" cy="432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sv-SE" dirty="0"/>
              <a:t>Bild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4"/>
          </p:nvPr>
        </p:nvSpPr>
        <p:spPr>
          <a:xfrm>
            <a:off x="10152000" y="201600"/>
            <a:ext cx="1767114" cy="365125"/>
          </a:xfrm>
        </p:spPr>
        <p:txBody>
          <a:bodyPr/>
          <a:lstStyle>
            <a:lvl1pPr>
              <a:defRPr sz="1000"/>
            </a:lvl1pPr>
          </a:lstStyle>
          <a:p>
            <a:endParaRPr lang="sv-SE" dirty="0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5"/>
          </p:nvPr>
        </p:nvSpPr>
        <p:spPr>
          <a:xfrm>
            <a:off x="696000" y="201600"/>
            <a:ext cx="3570514" cy="365125"/>
          </a:xfrm>
        </p:spPr>
        <p:txBody>
          <a:bodyPr/>
          <a:lstStyle>
            <a:lvl1pPr>
              <a:defRPr sz="1000"/>
            </a:lvl1pPr>
          </a:lstStyle>
          <a:p>
            <a:r>
              <a:rPr lang="sv-SE"/>
              <a:t>Titel</a:t>
            </a:r>
            <a:endParaRPr lang="sv-SE" dirty="0"/>
          </a:p>
        </p:txBody>
      </p:sp>
      <p:sp>
        <p:nvSpPr>
          <p:cNvPr id="9" name="Platshållare för bildnummer 8"/>
          <p:cNvSpPr>
            <a:spLocks noGrp="1"/>
          </p:cNvSpPr>
          <p:nvPr>
            <p:ph type="sldNum" sz="quarter" idx="16"/>
          </p:nvPr>
        </p:nvSpPr>
        <p:spPr>
          <a:xfrm>
            <a:off x="-1" y="201600"/>
            <a:ext cx="784800" cy="365125"/>
          </a:xfrm>
        </p:spPr>
        <p:txBody>
          <a:bodyPr/>
          <a:lstStyle>
            <a:lvl1pPr>
              <a:defRPr sz="1000"/>
            </a:lvl1pPr>
          </a:lstStyle>
          <a:p>
            <a:fld id="{816FEC2C-AD63-44F4-896C-A2025F5FB260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11" name="Platshållare för text 7"/>
          <p:cNvSpPr>
            <a:spLocks noGrp="1"/>
          </p:cNvSpPr>
          <p:nvPr>
            <p:ph type="body" sz="quarter" idx="12" hasCustomPrompt="1"/>
          </p:nvPr>
        </p:nvSpPr>
        <p:spPr>
          <a:xfrm>
            <a:off x="694800" y="2170800"/>
            <a:ext cx="5040000" cy="3420000"/>
          </a:xfrm>
          <a:prstGeom prst="rect">
            <a:avLst/>
          </a:prstGeom>
        </p:spPr>
        <p:txBody>
          <a:bodyPr/>
          <a:lstStyle>
            <a:lvl1pPr marL="360000" indent="-360000" defTabSz="360000">
              <a:lnSpc>
                <a:spcPct val="100000"/>
              </a:lnSpc>
              <a:buFont typeface="Arial" panose="020B0604020202020204" pitchFamily="34" charset="0"/>
              <a:buChar char="•"/>
              <a:defRPr sz="2000" spc="0"/>
            </a:lvl1pPr>
            <a:lvl2pPr marL="720000" marR="0" indent="-360000" algn="l" defTabSz="3600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‒"/>
              <a:tabLst>
                <a:tab pos="360000" algn="l"/>
              </a:tabLst>
              <a:defRPr lang="sv-SE" sz="1800" kern="1200" spc="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000" marR="0" indent="-3600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‒"/>
              <a:tabLst/>
              <a:defRPr lang="sv-SE" sz="1800" kern="1200" spc="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000" marR="0" indent="-3600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‒"/>
              <a:tabLst/>
              <a:defRPr lang="sv-SE" sz="1800" kern="1200" spc="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0000" indent="-360000" defTabSz="3240000">
              <a:buFont typeface="Arial" panose="020B0604020202020204" pitchFamily="34" charset="0"/>
              <a:buChar char="‒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  <a:tab pos="3240000" algn="l"/>
              </a:tabLst>
              <a:defRPr lang="sv-SE" sz="1800" kern="1200" spc="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60000" indent="-360000">
              <a:buFont typeface="Arial" panose="020B0604020202020204" pitchFamily="34" charset="0"/>
              <a:buChar char="‒"/>
              <a:defRPr lang="sv-SE" sz="1800" kern="1200" spc="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20000" indent="-360000">
              <a:buFont typeface="Arial" panose="020B0604020202020204" pitchFamily="34" charset="0"/>
              <a:buChar char="‒"/>
              <a:defRPr lang="sv-SE" sz="1800" kern="1200" spc="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80000" indent="-360000">
              <a:buFont typeface="Arial" panose="020B0604020202020204" pitchFamily="34" charset="0"/>
              <a:buChar char="‒"/>
              <a:defRPr lang="sv-SE" sz="1800" kern="1200" spc="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40000" indent="-324000">
              <a:buFont typeface="Arial" panose="020B0604020202020204" pitchFamily="34" charset="0"/>
              <a:buChar char="‒"/>
              <a:defRPr lang="sv-SE" sz="1800" kern="1200" spc="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sv-SE" dirty="0"/>
              <a:t>Skriv text här</a:t>
            </a:r>
          </a:p>
        </p:txBody>
      </p:sp>
    </p:spTree>
    <p:extLst>
      <p:ext uri="{BB962C8B-B14F-4D97-AF65-F5344CB8AC3E}">
        <p14:creationId xmlns:p14="http://schemas.microsoft.com/office/powerpoint/2010/main" val="292063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hö, bild v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ubrik 1"/>
          <p:cNvSpPr>
            <a:spLocks noGrp="1"/>
          </p:cNvSpPr>
          <p:nvPr>
            <p:ph type="title" hasCustomPrompt="1"/>
          </p:nvPr>
        </p:nvSpPr>
        <p:spPr>
          <a:xfrm>
            <a:off x="6456000" y="1269000"/>
            <a:ext cx="5040000" cy="900000"/>
          </a:xfrm>
          <a:prstGeom prst="rect">
            <a:avLst/>
          </a:prstGeom>
        </p:spPr>
        <p:txBody>
          <a:bodyPr anchor="ctr"/>
          <a:lstStyle>
            <a:lvl1pPr>
              <a:defRPr sz="4000"/>
            </a:lvl1pPr>
          </a:lstStyle>
          <a:p>
            <a:r>
              <a:rPr lang="sv-SE" dirty="0"/>
              <a:t>Rubrik</a:t>
            </a:r>
          </a:p>
        </p:txBody>
      </p:sp>
      <p:sp>
        <p:nvSpPr>
          <p:cNvPr id="7" name="Platshållare för bild 9"/>
          <p:cNvSpPr>
            <a:spLocks noGrp="1"/>
          </p:cNvSpPr>
          <p:nvPr>
            <p:ph type="pic" sz="quarter" idx="13" hasCustomPrompt="1"/>
          </p:nvPr>
        </p:nvSpPr>
        <p:spPr>
          <a:xfrm>
            <a:off x="694800" y="1269000"/>
            <a:ext cx="5040000" cy="432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sv-SE" dirty="0"/>
              <a:t>Bild</a:t>
            </a:r>
          </a:p>
        </p:txBody>
      </p:sp>
      <p:sp>
        <p:nvSpPr>
          <p:cNvPr id="2" name="Platshållare för datum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sz="1000"/>
            </a:lvl1pPr>
          </a:lstStyle>
          <a:p>
            <a:endParaRPr lang="sv-SE" dirty="0"/>
          </a:p>
        </p:txBody>
      </p:sp>
      <p:sp>
        <p:nvSpPr>
          <p:cNvPr id="9" name="Platshållare för sidfot 8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 sz="1000"/>
            </a:lvl1pPr>
          </a:lstStyle>
          <a:p>
            <a:r>
              <a:rPr lang="sv-SE"/>
              <a:t>Titel</a:t>
            </a:r>
            <a:endParaRPr lang="sv-SE" dirty="0"/>
          </a:p>
        </p:txBody>
      </p:sp>
      <p:sp>
        <p:nvSpPr>
          <p:cNvPr id="10" name="Platshållare för bildnummer 9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 sz="1000"/>
            </a:lvl1pPr>
          </a:lstStyle>
          <a:p>
            <a:fld id="{816FEC2C-AD63-44F4-896C-A2025F5FB260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8" name="Platshållare för text 7"/>
          <p:cNvSpPr>
            <a:spLocks noGrp="1"/>
          </p:cNvSpPr>
          <p:nvPr>
            <p:ph type="body" sz="quarter" idx="12" hasCustomPrompt="1"/>
          </p:nvPr>
        </p:nvSpPr>
        <p:spPr>
          <a:xfrm>
            <a:off x="6454800" y="2170800"/>
            <a:ext cx="5040000" cy="3420000"/>
          </a:xfrm>
          <a:prstGeom prst="rect">
            <a:avLst/>
          </a:prstGeom>
        </p:spPr>
        <p:txBody>
          <a:bodyPr/>
          <a:lstStyle>
            <a:lvl1pPr marL="360000" indent="-360000" defTabSz="360000">
              <a:lnSpc>
                <a:spcPct val="100000"/>
              </a:lnSpc>
              <a:buFont typeface="Arial" panose="020B0604020202020204" pitchFamily="34" charset="0"/>
              <a:buChar char="•"/>
              <a:defRPr sz="2000" spc="0"/>
            </a:lvl1pPr>
            <a:lvl2pPr marL="720000" marR="0" indent="-360000" algn="l" defTabSz="3600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‒"/>
              <a:tabLst>
                <a:tab pos="360000" algn="l"/>
              </a:tabLst>
              <a:defRPr lang="sv-SE" sz="1800" kern="1200" spc="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000" marR="0" indent="-3600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‒"/>
              <a:tabLst/>
              <a:defRPr lang="sv-SE" sz="1800" kern="1200" spc="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000" marR="0" indent="-3600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‒"/>
              <a:tabLst/>
              <a:defRPr lang="sv-SE" sz="1800" kern="1200" spc="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0000" indent="-360000" defTabSz="3240000">
              <a:buFont typeface="Arial" panose="020B0604020202020204" pitchFamily="34" charset="0"/>
              <a:buChar char="‒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  <a:tab pos="3240000" algn="l"/>
              </a:tabLst>
              <a:defRPr lang="sv-SE" sz="1800" kern="1200" spc="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60000" indent="-360000">
              <a:buFont typeface="Arial" panose="020B0604020202020204" pitchFamily="34" charset="0"/>
              <a:buChar char="‒"/>
              <a:defRPr lang="sv-SE" sz="1800" kern="1200" spc="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20000" indent="-360000">
              <a:buFont typeface="Arial" panose="020B0604020202020204" pitchFamily="34" charset="0"/>
              <a:buChar char="‒"/>
              <a:defRPr lang="sv-SE" sz="1800" kern="1200" spc="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80000" indent="-360000">
              <a:buFont typeface="Arial" panose="020B0604020202020204" pitchFamily="34" charset="0"/>
              <a:buChar char="‒"/>
              <a:defRPr lang="sv-SE" sz="1800" kern="1200" spc="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40000" indent="-324000">
              <a:buFont typeface="Arial" panose="020B0604020202020204" pitchFamily="34" charset="0"/>
              <a:buChar char="‒"/>
              <a:defRPr lang="sv-SE" sz="1800" kern="1200" spc="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sv-SE" dirty="0"/>
              <a:t>Skriv text här</a:t>
            </a:r>
          </a:p>
        </p:txBody>
      </p:sp>
    </p:spTree>
    <p:extLst>
      <p:ext uri="{BB962C8B-B14F-4D97-AF65-F5344CB8AC3E}">
        <p14:creationId xmlns:p14="http://schemas.microsoft.com/office/powerpoint/2010/main" val="1106066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tshållare för diagram 5"/>
          <p:cNvSpPr>
            <a:spLocks noGrp="1"/>
          </p:cNvSpPr>
          <p:nvPr>
            <p:ph type="chart" sz="quarter" idx="12" hasCustomPrompt="1"/>
          </p:nvPr>
        </p:nvSpPr>
        <p:spPr>
          <a:xfrm>
            <a:off x="696000" y="1269000"/>
            <a:ext cx="10800000" cy="4320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/>
            </a:lvl1pPr>
          </a:lstStyle>
          <a:p>
            <a:r>
              <a:rPr lang="sv-SE" dirty="0"/>
              <a:t>Diagram</a:t>
            </a:r>
          </a:p>
        </p:txBody>
      </p:sp>
      <p:sp>
        <p:nvSpPr>
          <p:cNvPr id="2" name="Platshållare för datum 1"/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 sz="1000"/>
            </a:lvl1pPr>
          </a:lstStyle>
          <a:p>
            <a:endParaRPr lang="sv-SE" dirty="0"/>
          </a:p>
        </p:txBody>
      </p:sp>
      <p:sp>
        <p:nvSpPr>
          <p:cNvPr id="7" name="Platshållare för sidfot 6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 sz="1000"/>
            </a:lvl1pPr>
          </a:lstStyle>
          <a:p>
            <a:r>
              <a:rPr lang="sv-SE"/>
              <a:t>Titel</a:t>
            </a:r>
            <a:endParaRPr lang="sv-SE" dirty="0"/>
          </a:p>
        </p:txBody>
      </p:sp>
      <p:sp>
        <p:nvSpPr>
          <p:cNvPr id="8" name="Platshållare för bildnumm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 sz="1000"/>
            </a:lvl1pPr>
          </a:lstStyle>
          <a:p>
            <a:fld id="{816FEC2C-AD63-44F4-896C-A2025F5FB260}" type="slidenum">
              <a:rPr lang="sv-SE" smtClean="0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8558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, text &amp; 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>
          <a:xfrm>
            <a:off x="696000" y="1269000"/>
            <a:ext cx="10800000" cy="900000"/>
          </a:xfrm>
          <a:prstGeom prst="rect">
            <a:avLst/>
          </a:prstGeom>
        </p:spPr>
        <p:txBody>
          <a:bodyPr anchor="ctr"/>
          <a:lstStyle>
            <a:lvl1pPr algn="ctr">
              <a:defRPr sz="4000" baseline="0"/>
            </a:lvl1pPr>
          </a:lstStyle>
          <a:p>
            <a:r>
              <a:rPr lang="sv-SE" dirty="0"/>
              <a:t>Klicka – lägg till rubrik</a:t>
            </a:r>
          </a:p>
        </p:txBody>
      </p:sp>
      <p:sp>
        <p:nvSpPr>
          <p:cNvPr id="8" name="Platshållare för text 7"/>
          <p:cNvSpPr>
            <a:spLocks noGrp="1"/>
          </p:cNvSpPr>
          <p:nvPr>
            <p:ph type="body" sz="quarter" idx="12" hasCustomPrompt="1"/>
          </p:nvPr>
        </p:nvSpPr>
        <p:spPr>
          <a:xfrm>
            <a:off x="696000" y="2170062"/>
            <a:ext cx="5040000" cy="34200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000" spc="0"/>
            </a:lvl1pPr>
            <a:lvl2pPr marL="232200" indent="0">
              <a:buNone/>
              <a:defRPr/>
            </a:lvl2pPr>
            <a:lvl3pPr marL="462600" indent="0">
              <a:buNone/>
              <a:defRPr/>
            </a:lvl3pPr>
            <a:lvl4pPr marL="693000" indent="0">
              <a:buNone/>
              <a:defRPr/>
            </a:lvl4pPr>
            <a:lvl5pPr marL="887400" indent="0">
              <a:buNone/>
              <a:defRPr/>
            </a:lvl5pPr>
          </a:lstStyle>
          <a:p>
            <a:pPr lvl="0"/>
            <a:r>
              <a:rPr lang="sv-SE" dirty="0"/>
              <a:t>Skriv text här</a:t>
            </a:r>
          </a:p>
        </p:txBody>
      </p:sp>
      <p:sp>
        <p:nvSpPr>
          <p:cNvPr id="6" name="Platshållare för diagram 5"/>
          <p:cNvSpPr>
            <a:spLocks noGrp="1"/>
          </p:cNvSpPr>
          <p:nvPr>
            <p:ph type="chart" sz="quarter" idx="13" hasCustomPrompt="1"/>
          </p:nvPr>
        </p:nvSpPr>
        <p:spPr>
          <a:xfrm>
            <a:off x="6454800" y="2169000"/>
            <a:ext cx="5040000" cy="34210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sv-SE" dirty="0"/>
              <a:t>Diagram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sz="1000"/>
            </a:lvl1pPr>
          </a:lstStyle>
          <a:p>
            <a:endParaRPr lang="sv-SE" dirty="0"/>
          </a:p>
        </p:txBody>
      </p:sp>
      <p:sp>
        <p:nvSpPr>
          <p:cNvPr id="9" name="Platshållare för sidfot 8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 sz="1000"/>
            </a:lvl1pPr>
          </a:lstStyle>
          <a:p>
            <a:r>
              <a:rPr lang="sv-SE"/>
              <a:t>Titel</a:t>
            </a:r>
            <a:endParaRPr lang="sv-SE" dirty="0"/>
          </a:p>
        </p:txBody>
      </p:sp>
      <p:sp>
        <p:nvSpPr>
          <p:cNvPr id="10" name="Platshållare för bildnummer 9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 sz="1000"/>
            </a:lvl1pPr>
          </a:lstStyle>
          <a:p>
            <a:fld id="{816FEC2C-AD63-44F4-896C-A2025F5FB260}" type="slidenum">
              <a:rPr lang="sv-SE" smtClean="0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715869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Relationship Id="rId9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slideLayout" Target="../slideLayouts/slideLayout9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5703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 6">
            <a:extLst>
              <a:ext uri="{FF2B5EF4-FFF2-40B4-BE49-F238E27FC236}">
                <a16:creationId xmlns:a16="http://schemas.microsoft.com/office/drawing/2014/main" id="{F6D06EDD-E5A3-40F5-94E9-EF10146AE402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38665" y="0"/>
            <a:ext cx="1514670" cy="756000"/>
          </a:xfrm>
          <a:prstGeom prst="rect">
            <a:avLst/>
          </a:prstGeom>
          <a:blipFill>
            <a:blip r:embed="rId9"/>
            <a:stretch>
              <a:fillRect/>
            </a:stretch>
          </a:blipFill>
          <a:effectLst>
            <a:reflection stA="45000" endPos="1000" dist="50800" dir="5400000" sy="-100000" algn="bl" rotWithShape="0"/>
          </a:effectLst>
        </p:spPr>
      </p:pic>
      <p:sp>
        <p:nvSpPr>
          <p:cNvPr id="6" name="Platshållare för datum 2"/>
          <p:cNvSpPr>
            <a:spLocks noGrp="1"/>
          </p:cNvSpPr>
          <p:nvPr>
            <p:ph type="dt" sz="half" idx="2"/>
          </p:nvPr>
        </p:nvSpPr>
        <p:spPr>
          <a:xfrm>
            <a:off x="10152000" y="201600"/>
            <a:ext cx="1767114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endParaRPr lang="sv-SE" dirty="0"/>
          </a:p>
        </p:txBody>
      </p:sp>
      <p:sp>
        <p:nvSpPr>
          <p:cNvPr id="8" name="Platshållare för sidfot 4"/>
          <p:cNvSpPr>
            <a:spLocks noGrp="1"/>
          </p:cNvSpPr>
          <p:nvPr>
            <p:ph type="ftr" sz="quarter" idx="3"/>
          </p:nvPr>
        </p:nvSpPr>
        <p:spPr>
          <a:xfrm>
            <a:off x="694800" y="201600"/>
            <a:ext cx="405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sv-SE"/>
              <a:t>Titel</a:t>
            </a:r>
            <a:endParaRPr lang="sv-SE" dirty="0"/>
          </a:p>
        </p:txBody>
      </p:sp>
      <p:sp>
        <p:nvSpPr>
          <p:cNvPr id="9" name="Platshållare för bildnummer 1"/>
          <p:cNvSpPr>
            <a:spLocks noGrp="1"/>
          </p:cNvSpPr>
          <p:nvPr>
            <p:ph type="sldNum" sz="quarter" idx="4"/>
          </p:nvPr>
        </p:nvSpPr>
        <p:spPr>
          <a:xfrm>
            <a:off x="0" y="201600"/>
            <a:ext cx="78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816FEC2C-AD63-44F4-896C-A2025F5FB260}" type="slidenum">
              <a:rPr lang="sv-SE" smtClean="0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492816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5" r:id="rId2"/>
    <p:sldLayoutId id="2147483656" r:id="rId3"/>
    <p:sldLayoutId id="2147483658" r:id="rId4"/>
    <p:sldLayoutId id="2147483672" r:id="rId5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 spc="120" baseline="0">
          <a:solidFill>
            <a:schemeClr val="tx1"/>
          </a:solidFill>
          <a:latin typeface="+mn-lt"/>
          <a:ea typeface="+mn-ea"/>
          <a:cs typeface="+mn-cs"/>
        </a:defRPr>
      </a:lvl1pPr>
      <a:lvl2pPr marL="460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120" baseline="0">
          <a:solidFill>
            <a:schemeClr val="tx1"/>
          </a:solidFill>
          <a:latin typeface="+mn-lt"/>
          <a:ea typeface="+mn-ea"/>
          <a:cs typeface="+mn-cs"/>
        </a:defRPr>
      </a:lvl2pPr>
      <a:lvl3pPr marL="691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120" baseline="0">
          <a:solidFill>
            <a:schemeClr val="tx1"/>
          </a:solidFill>
          <a:latin typeface="+mn-lt"/>
          <a:ea typeface="+mn-ea"/>
          <a:cs typeface="+mn-cs"/>
        </a:defRPr>
      </a:lvl3pPr>
      <a:lvl4pPr marL="921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120" baseline="0">
          <a:solidFill>
            <a:schemeClr val="tx1"/>
          </a:solidFill>
          <a:latin typeface="+mn-lt"/>
          <a:ea typeface="+mn-ea"/>
          <a:cs typeface="+mn-cs"/>
        </a:defRPr>
      </a:lvl4pPr>
      <a:lvl5pPr marL="1116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12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3840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438" userDrawn="1">
          <p15:clr>
            <a:srgbClr val="F26B43"/>
          </p15:clr>
        </p15:guide>
        <p15:guide id="9" pos="7242" userDrawn="1">
          <p15:clr>
            <a:srgbClr val="F26B43"/>
          </p15:clr>
        </p15:guide>
        <p15:guide id="10" orient="horz" pos="3884" userDrawn="1">
          <p15:clr>
            <a:srgbClr val="F26B43"/>
          </p15:clr>
        </p15:guide>
        <p15:guide id="11" orient="horz" pos="799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 6">
            <a:extLst>
              <a:ext uri="{FF2B5EF4-FFF2-40B4-BE49-F238E27FC236}">
                <a16:creationId xmlns:a16="http://schemas.microsoft.com/office/drawing/2014/main" id="{F6D06EDD-E5A3-40F5-94E9-EF10146AE402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38665" y="0"/>
            <a:ext cx="1514670" cy="756000"/>
          </a:xfrm>
          <a:prstGeom prst="rect">
            <a:avLst/>
          </a:prstGeom>
          <a:effectLst>
            <a:reflection stA="45000" endPos="1000" dist="50800" dir="5400000" sy="-100000" algn="bl" rotWithShape="0"/>
          </a:effectLst>
        </p:spPr>
      </p:pic>
      <p:sp>
        <p:nvSpPr>
          <p:cNvPr id="3" name="Platshållare för datum 2"/>
          <p:cNvSpPr>
            <a:spLocks noGrp="1"/>
          </p:cNvSpPr>
          <p:nvPr>
            <p:ph type="dt" sz="half" idx="2"/>
          </p:nvPr>
        </p:nvSpPr>
        <p:spPr>
          <a:xfrm>
            <a:off x="10152000" y="201600"/>
            <a:ext cx="1767114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endParaRPr lang="sv-SE" dirty="0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3"/>
          </p:nvPr>
        </p:nvSpPr>
        <p:spPr>
          <a:xfrm>
            <a:off x="694800" y="201600"/>
            <a:ext cx="405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sv-SE"/>
              <a:t>Titel</a:t>
            </a:r>
            <a:endParaRPr lang="sv-SE" dirty="0"/>
          </a:p>
        </p:txBody>
      </p:sp>
      <p:sp>
        <p:nvSpPr>
          <p:cNvPr id="2" name="Platshållare för bildnummer 1"/>
          <p:cNvSpPr>
            <a:spLocks noGrp="1"/>
          </p:cNvSpPr>
          <p:nvPr>
            <p:ph type="sldNum" sz="quarter" idx="4"/>
          </p:nvPr>
        </p:nvSpPr>
        <p:spPr>
          <a:xfrm>
            <a:off x="0" y="201600"/>
            <a:ext cx="78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816FEC2C-AD63-44F4-896C-A2025F5FB260}" type="slidenum">
              <a:rPr lang="sv-SE" smtClean="0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707428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 spc="120" baseline="0">
          <a:solidFill>
            <a:schemeClr val="tx1"/>
          </a:solidFill>
          <a:latin typeface="+mn-lt"/>
          <a:ea typeface="+mn-ea"/>
          <a:cs typeface="+mn-cs"/>
        </a:defRPr>
      </a:lvl1pPr>
      <a:lvl2pPr marL="460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120" baseline="0">
          <a:solidFill>
            <a:schemeClr val="tx1"/>
          </a:solidFill>
          <a:latin typeface="+mn-lt"/>
          <a:ea typeface="+mn-ea"/>
          <a:cs typeface="+mn-cs"/>
        </a:defRPr>
      </a:lvl2pPr>
      <a:lvl3pPr marL="691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120" baseline="0">
          <a:solidFill>
            <a:schemeClr val="tx1"/>
          </a:solidFill>
          <a:latin typeface="+mn-lt"/>
          <a:ea typeface="+mn-ea"/>
          <a:cs typeface="+mn-cs"/>
        </a:defRPr>
      </a:lvl3pPr>
      <a:lvl4pPr marL="921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120" baseline="0">
          <a:solidFill>
            <a:schemeClr val="tx1"/>
          </a:solidFill>
          <a:latin typeface="+mn-lt"/>
          <a:ea typeface="+mn-ea"/>
          <a:cs typeface="+mn-cs"/>
        </a:defRPr>
      </a:lvl4pPr>
      <a:lvl5pPr marL="1116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12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2160" userDrawn="1">
          <p15:clr>
            <a:srgbClr val="F26B43"/>
          </p15:clr>
        </p15:guide>
        <p15:guide id="14" pos="3840" userDrawn="1">
          <p15:clr>
            <a:srgbClr val="F26B43"/>
          </p15:clr>
        </p15:guide>
        <p15:guide id="15" pos="438" userDrawn="1">
          <p15:clr>
            <a:srgbClr val="F26B43"/>
          </p15:clr>
        </p15:guide>
        <p15:guide id="16" pos="7242" userDrawn="1">
          <p15:clr>
            <a:srgbClr val="F26B43"/>
          </p15:clr>
        </p15:guide>
        <p15:guide id="17" orient="horz" pos="3884" userDrawn="1">
          <p15:clr>
            <a:srgbClr val="F26B43"/>
          </p15:clr>
        </p15:guide>
        <p15:guide id="18" orient="horz" pos="79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arbetsrum.sp.trafikverket.se/sites/20191217092329/home/Frvaltning/Forms/Alla%20dokument.aspx?RootFolder=%2Fsites%2F20191217092329%2Fhome%2FFrvaltning%2FVarum%C3%A4rke%2Fhelsidesfoton%20powerpoint&amp;FolderCTID=0x0120001F0FDF07FC1DC34A91F7C7A1D0B65815&amp;View=%7B29011C0E%2DC021%2D4733%2D8128%2D338CFE352F5B%7D" TargetMode="Externa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03C2391-B534-4AA8-9652-FB04C96DA46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45" r="2577" b="1945"/>
          <a:stretch/>
        </p:blipFill>
        <p:spPr>
          <a:xfrm>
            <a:off x="5182723" y="4049320"/>
            <a:ext cx="1807579" cy="2435755"/>
          </a:xfrm>
          <a:prstGeom prst="rect">
            <a:avLst/>
          </a:prstGeom>
          <a:ln>
            <a:solidFill>
              <a:schemeClr val="accent2"/>
            </a:solidFill>
          </a:ln>
        </p:spPr>
      </p:pic>
      <p:pic>
        <p:nvPicPr>
          <p:cNvPr id="109" name="Bildobjekt 10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7466" y="4023565"/>
            <a:ext cx="3816000" cy="2432242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106" name="Bildobjekt 10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397" y="3705002"/>
            <a:ext cx="2990808" cy="2750805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92" name="Bildobjekt 9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667" y="2928710"/>
            <a:ext cx="1046308" cy="776293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83" name="Bildobjekt 8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0404" y="2074167"/>
            <a:ext cx="1411907" cy="801824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29" name="textruta 28"/>
          <p:cNvSpPr txBox="1"/>
          <p:nvPr/>
        </p:nvSpPr>
        <p:spPr>
          <a:xfrm>
            <a:off x="7537466" y="3331123"/>
            <a:ext cx="3814748" cy="5078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sv-SE" sz="1100" dirty="0"/>
              <a:t>För att lägga till datum i sidhuvud klicka på fliken </a:t>
            </a:r>
            <a:r>
              <a:rPr lang="sv-SE" sz="1100" b="1" dirty="0"/>
              <a:t>Infoga</a:t>
            </a:r>
            <a:r>
              <a:rPr lang="sv-SE" sz="1100" dirty="0"/>
              <a:t> och välj </a:t>
            </a:r>
            <a:r>
              <a:rPr lang="sv-SE" sz="1100" b="1" dirty="0"/>
              <a:t>Sidhuvud och sidfot</a:t>
            </a:r>
            <a:r>
              <a:rPr lang="sv-SE" sz="1100" dirty="0"/>
              <a:t>. Ändra i dialogen som du önskar och klicka på knappen </a:t>
            </a:r>
            <a:r>
              <a:rPr lang="sv-SE" sz="1100" b="1" dirty="0"/>
              <a:t>Använd för alla</a:t>
            </a:r>
            <a:r>
              <a:rPr lang="sv-SE" sz="1100" dirty="0"/>
              <a:t>.</a:t>
            </a:r>
          </a:p>
        </p:txBody>
      </p:sp>
      <p:sp>
        <p:nvSpPr>
          <p:cNvPr id="59" name="Rektangel 58"/>
          <p:cNvSpPr/>
          <p:nvPr/>
        </p:nvSpPr>
        <p:spPr>
          <a:xfrm>
            <a:off x="10074125" y="6284499"/>
            <a:ext cx="572545" cy="11729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>
              <a:solidFill>
                <a:schemeClr val="tx1"/>
              </a:solidFill>
            </a:endParaRPr>
          </a:p>
        </p:txBody>
      </p:sp>
      <p:grpSp>
        <p:nvGrpSpPr>
          <p:cNvPr id="32" name="Grupp 14"/>
          <p:cNvGrpSpPr/>
          <p:nvPr/>
        </p:nvGrpSpPr>
        <p:grpSpPr>
          <a:xfrm>
            <a:off x="5184195" y="5503527"/>
            <a:ext cx="1819778" cy="413454"/>
            <a:chOff x="5184195" y="5249527"/>
            <a:chExt cx="1819778" cy="413454"/>
          </a:xfrm>
        </p:grpSpPr>
        <p:sp>
          <p:nvSpPr>
            <p:cNvPr id="33" name="TextBox 43"/>
            <p:cNvSpPr txBox="1"/>
            <p:nvPr/>
          </p:nvSpPr>
          <p:spPr>
            <a:xfrm>
              <a:off x="5184195" y="5249527"/>
              <a:ext cx="1819778" cy="413454"/>
            </a:xfrm>
            <a:prstGeom prst="rect">
              <a:avLst/>
            </a:prstGeom>
            <a:solidFill>
              <a:srgbClr val="FFFFFF">
                <a:alpha val="69804"/>
              </a:srgbClr>
            </a:solidFill>
          </p:spPr>
          <p:txBody>
            <a:bodyPr wrap="square" lIns="468000" tIns="0" rIns="0" bIns="0" rtlCol="0" anchor="ctr" anchorCtr="0">
              <a:noAutofit/>
            </a:bodyPr>
            <a:lstStyle/>
            <a:p>
              <a:pPr>
                <a:lnSpc>
                  <a:spcPct val="80000"/>
                </a:lnSpc>
              </a:pPr>
              <a:r>
                <a:rPr lang="sv-SE" sz="1200" b="1" dirty="0"/>
                <a:t>Använd inte</a:t>
              </a:r>
              <a:br>
                <a:rPr lang="sv-SE" sz="1200" b="1" dirty="0"/>
              </a:br>
              <a:r>
                <a:rPr lang="sv-SE" sz="1200" b="1" dirty="0"/>
                <a:t>standardfärgerna!</a:t>
              </a:r>
            </a:p>
          </p:txBody>
        </p:sp>
        <p:sp>
          <p:nvSpPr>
            <p:cNvPr id="34" name="&quot;Not Allowed&quot; Symbol 44"/>
            <p:cNvSpPr/>
            <p:nvPr/>
          </p:nvSpPr>
          <p:spPr>
            <a:xfrm>
              <a:off x="5248395" y="5295612"/>
              <a:ext cx="321284" cy="321284"/>
            </a:xfrm>
            <a:prstGeom prst="noSmoking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350"/>
                </a:lnSpc>
              </a:pPr>
              <a:endParaRPr lang="sv-SE" sz="1000" dirty="0" err="1">
                <a:solidFill>
                  <a:schemeClr val="tx1"/>
                </a:solidFill>
              </a:endParaRPr>
            </a:p>
          </p:txBody>
        </p:sp>
      </p:grpSp>
      <p:sp>
        <p:nvSpPr>
          <p:cNvPr id="77" name="textruta 76">
            <a:extLst>
              <a:ext uri="{FF2B5EF4-FFF2-40B4-BE49-F238E27FC236}">
                <a16:creationId xmlns:a16="http://schemas.microsoft.com/office/drawing/2014/main" id="{3214E42B-2B59-4482-82E5-727ABDC14B00}"/>
              </a:ext>
            </a:extLst>
          </p:cNvPr>
          <p:cNvSpPr txBox="1"/>
          <p:nvPr/>
        </p:nvSpPr>
        <p:spPr>
          <a:xfrm>
            <a:off x="855389" y="2067683"/>
            <a:ext cx="1187218" cy="5078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sv-SE" sz="1100" dirty="0"/>
              <a:t>Klicka på knappen </a:t>
            </a:r>
            <a:r>
              <a:rPr lang="sv-SE" sz="1100" b="1" dirty="0"/>
              <a:t>Ny bild</a:t>
            </a:r>
            <a:r>
              <a:rPr lang="sv-SE" sz="1100" dirty="0"/>
              <a:t> för val av olika layoutsidor. </a:t>
            </a:r>
          </a:p>
        </p:txBody>
      </p:sp>
      <p:sp>
        <p:nvSpPr>
          <p:cNvPr id="78" name="textruta 77">
            <a:extLst>
              <a:ext uri="{FF2B5EF4-FFF2-40B4-BE49-F238E27FC236}">
                <a16:creationId xmlns:a16="http://schemas.microsoft.com/office/drawing/2014/main" id="{2A79E839-EC22-4D98-9820-3B4BE5731CC6}"/>
              </a:ext>
            </a:extLst>
          </p:cNvPr>
          <p:cNvSpPr txBox="1"/>
          <p:nvPr/>
        </p:nvSpPr>
        <p:spPr>
          <a:xfrm>
            <a:off x="2357821" y="2052993"/>
            <a:ext cx="1583074" cy="677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sv-SE" sz="1100" dirty="0"/>
              <a:t>Klicka på knappen </a:t>
            </a:r>
            <a:r>
              <a:rPr lang="sv-SE" sz="1100" b="1" dirty="0"/>
              <a:t>Layout</a:t>
            </a:r>
            <a:r>
              <a:rPr lang="sv-SE" sz="1100" dirty="0"/>
              <a:t> för att byta layout på en </a:t>
            </a:r>
            <a:br>
              <a:rPr lang="sv-SE" sz="1100" dirty="0"/>
            </a:br>
            <a:r>
              <a:rPr lang="sv-SE" sz="1100" dirty="0"/>
              <a:t>befintlig sida.</a:t>
            </a:r>
          </a:p>
        </p:txBody>
      </p:sp>
      <p:sp>
        <p:nvSpPr>
          <p:cNvPr id="79" name="textruta 78">
            <a:extLst>
              <a:ext uri="{FF2B5EF4-FFF2-40B4-BE49-F238E27FC236}">
                <a16:creationId xmlns:a16="http://schemas.microsoft.com/office/drawing/2014/main" id="{EF2E089D-87E8-4BF7-8651-A57433642186}"/>
              </a:ext>
            </a:extLst>
          </p:cNvPr>
          <p:cNvSpPr txBox="1"/>
          <p:nvPr/>
        </p:nvSpPr>
        <p:spPr>
          <a:xfrm>
            <a:off x="5182723" y="3342068"/>
            <a:ext cx="1821249" cy="677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sv-SE" sz="1100" b="1" dirty="0"/>
              <a:t>Färger</a:t>
            </a:r>
            <a:r>
              <a:rPr lang="sv-SE" sz="1100" dirty="0"/>
              <a:t>: för att färgsätta objekt använd de inringade färgerna som följer er grafiska profil.</a:t>
            </a:r>
          </a:p>
        </p:txBody>
      </p:sp>
      <p:sp>
        <p:nvSpPr>
          <p:cNvPr id="81" name="textruta 80">
            <a:extLst>
              <a:ext uri="{FF2B5EF4-FFF2-40B4-BE49-F238E27FC236}">
                <a16:creationId xmlns:a16="http://schemas.microsoft.com/office/drawing/2014/main" id="{CACA14E9-5C21-4A6C-9802-147E5FF9859B}"/>
              </a:ext>
            </a:extLst>
          </p:cNvPr>
          <p:cNvSpPr txBox="1"/>
          <p:nvPr/>
        </p:nvSpPr>
        <p:spPr>
          <a:xfrm>
            <a:off x="4185795" y="2052993"/>
            <a:ext cx="1586228" cy="8463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sv-SE" sz="1100" dirty="0"/>
              <a:t>Klicka på knappen </a:t>
            </a:r>
            <a:r>
              <a:rPr lang="sv-SE" sz="1100" b="1" dirty="0"/>
              <a:t>Återställ</a:t>
            </a:r>
            <a:r>
              <a:rPr lang="sv-SE" sz="1100" dirty="0"/>
              <a:t> för att återställa utseendet på sidan enligt hur mallen </a:t>
            </a:r>
            <a:br>
              <a:rPr lang="sv-SE" sz="1100" dirty="0"/>
            </a:br>
            <a:r>
              <a:rPr lang="sv-SE" sz="1100" dirty="0"/>
              <a:t>är uppbyggd.</a:t>
            </a:r>
          </a:p>
        </p:txBody>
      </p:sp>
      <p:cxnSp>
        <p:nvCxnSpPr>
          <p:cNvPr id="82" name="Koppling: vinklad 81">
            <a:extLst>
              <a:ext uri="{FF2B5EF4-FFF2-40B4-BE49-F238E27FC236}">
                <a16:creationId xmlns:a16="http://schemas.microsoft.com/office/drawing/2014/main" id="{B23CF63D-8EB0-4BBE-B48D-35A403C9C44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521784" y="2415553"/>
            <a:ext cx="151410" cy="407908"/>
          </a:xfrm>
          <a:prstGeom prst="bentConnector3">
            <a:avLst>
              <a:gd name="adj1" fmla="val 50000"/>
            </a:avLst>
          </a:prstGeom>
          <a:solidFill>
            <a:schemeClr val="tx2">
              <a:alpha val="4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4" name="Koppling: vinklad 83">
            <a:extLst>
              <a:ext uri="{FF2B5EF4-FFF2-40B4-BE49-F238E27FC236}">
                <a16:creationId xmlns:a16="http://schemas.microsoft.com/office/drawing/2014/main" id="{C00B5571-CBDD-4CD6-B37C-004ED1C1866C}"/>
              </a:ext>
            </a:extLst>
          </p:cNvPr>
          <p:cNvCxnSpPr>
            <a:cxnSpLocks/>
            <a:stCxn id="88" idx="7"/>
            <a:endCxn id="78" idx="2"/>
          </p:cNvCxnSpPr>
          <p:nvPr/>
        </p:nvCxnSpPr>
        <p:spPr>
          <a:xfrm rot="5400000" flipH="1" flipV="1">
            <a:off x="2423524" y="2144983"/>
            <a:ext cx="140716" cy="1310952"/>
          </a:xfrm>
          <a:prstGeom prst="bentConnector5">
            <a:avLst>
              <a:gd name="adj1" fmla="val 162455"/>
              <a:gd name="adj2" fmla="val 27242"/>
              <a:gd name="adj3" fmla="val -62455"/>
            </a:avLst>
          </a:prstGeom>
          <a:solidFill>
            <a:schemeClr val="tx2">
              <a:alpha val="4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5" name="Koppling: vinklad 84">
            <a:extLst>
              <a:ext uri="{FF2B5EF4-FFF2-40B4-BE49-F238E27FC236}">
                <a16:creationId xmlns:a16="http://schemas.microsoft.com/office/drawing/2014/main" id="{19B77B7C-06DC-4EA9-A295-DD481C41A81E}"/>
              </a:ext>
            </a:extLst>
          </p:cNvPr>
          <p:cNvCxnSpPr>
            <a:cxnSpLocks/>
          </p:cNvCxnSpPr>
          <p:nvPr/>
        </p:nvCxnSpPr>
        <p:spPr>
          <a:xfrm flipV="1">
            <a:off x="2039930" y="2865342"/>
            <a:ext cx="3018328" cy="304461"/>
          </a:xfrm>
          <a:prstGeom prst="bentConnector2">
            <a:avLst/>
          </a:prstGeom>
          <a:solidFill>
            <a:schemeClr val="tx2">
              <a:alpha val="4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6" name="Koppling: vinklad 85">
            <a:extLst>
              <a:ext uri="{FF2B5EF4-FFF2-40B4-BE49-F238E27FC236}">
                <a16:creationId xmlns:a16="http://schemas.microsoft.com/office/drawing/2014/main" id="{48F2B8D4-34AA-4125-B4BA-CEF86FCE7D21}"/>
              </a:ext>
            </a:extLst>
          </p:cNvPr>
          <p:cNvCxnSpPr>
            <a:cxnSpLocks/>
          </p:cNvCxnSpPr>
          <p:nvPr/>
        </p:nvCxnSpPr>
        <p:spPr>
          <a:xfrm rot="16200000" flipV="1">
            <a:off x="8819598" y="4456286"/>
            <a:ext cx="2064670" cy="971383"/>
          </a:xfrm>
          <a:prstGeom prst="bentConnector3">
            <a:avLst>
              <a:gd name="adj1" fmla="val 50000"/>
            </a:avLst>
          </a:prstGeom>
          <a:solidFill>
            <a:schemeClr val="tx2">
              <a:alpha val="4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7" name="Rectangle 45">
            <a:extLst>
              <a:ext uri="{FF2B5EF4-FFF2-40B4-BE49-F238E27FC236}">
                <a16:creationId xmlns:a16="http://schemas.microsoft.com/office/drawing/2014/main" id="{8B8C1FF5-CADD-4D85-8565-122E1B993DE5}"/>
              </a:ext>
            </a:extLst>
          </p:cNvPr>
          <p:cNvSpPr/>
          <p:nvPr/>
        </p:nvSpPr>
        <p:spPr>
          <a:xfrm>
            <a:off x="6086438" y="2046320"/>
            <a:ext cx="3442904" cy="713460"/>
          </a:xfrm>
          <a:prstGeom prst="rect">
            <a:avLst/>
          </a:prstGeom>
          <a:noFill/>
        </p:spPr>
        <p:txBody>
          <a:bodyPr wrap="square" lIns="0" tIns="0" rIns="0" bIns="36000" rtlCol="0">
            <a:spAutoFit/>
          </a:bodyPr>
          <a:lstStyle/>
          <a:p>
            <a:r>
              <a:rPr lang="sv-SE" sz="1100" dirty="0"/>
              <a:t>Kontrollera att objekt och text är placerade innanför sidans marginaler. För att visa marginaler och stödlinjer, klicka på </a:t>
            </a:r>
            <a:r>
              <a:rPr lang="sv-SE" sz="1100" b="1" dirty="0"/>
              <a:t>Visa</a:t>
            </a:r>
            <a:r>
              <a:rPr lang="sv-SE" sz="1100" dirty="0"/>
              <a:t> och kryssa i rutan </a:t>
            </a:r>
            <a:r>
              <a:rPr lang="sv-SE" sz="1100" b="1" dirty="0"/>
              <a:t>Stödlinjer</a:t>
            </a:r>
            <a:r>
              <a:rPr lang="sv-SE" sz="1100" dirty="0"/>
              <a:t> (eller tryck Alt + F9).</a:t>
            </a:r>
          </a:p>
        </p:txBody>
      </p:sp>
      <p:sp>
        <p:nvSpPr>
          <p:cNvPr id="88" name="Oval 4">
            <a:extLst>
              <a:ext uri="{FF2B5EF4-FFF2-40B4-BE49-F238E27FC236}">
                <a16:creationId xmlns:a16="http://schemas.microsoft.com/office/drawing/2014/main" id="{B58E0AB0-9409-469D-A4F8-780095CFD049}"/>
              </a:ext>
            </a:extLst>
          </p:cNvPr>
          <p:cNvSpPr/>
          <p:nvPr/>
        </p:nvSpPr>
        <p:spPr>
          <a:xfrm>
            <a:off x="702733" y="2675966"/>
            <a:ext cx="1330524" cy="1330524"/>
          </a:xfrm>
          <a:prstGeom prst="ellipse">
            <a:avLst/>
          </a:prstGeom>
          <a:noFill/>
          <a:ln w="571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>
              <a:solidFill>
                <a:schemeClr val="tx1"/>
              </a:solidFill>
            </a:endParaRPr>
          </a:p>
        </p:txBody>
      </p:sp>
      <p:sp>
        <p:nvSpPr>
          <p:cNvPr id="90" name="Oval 4">
            <a:extLst>
              <a:ext uri="{FF2B5EF4-FFF2-40B4-BE49-F238E27FC236}">
                <a16:creationId xmlns:a16="http://schemas.microsoft.com/office/drawing/2014/main" id="{E3230AFA-86AF-4B53-841A-4F869A5C92FA}"/>
              </a:ext>
            </a:extLst>
          </p:cNvPr>
          <p:cNvSpPr/>
          <p:nvPr/>
        </p:nvSpPr>
        <p:spPr>
          <a:xfrm>
            <a:off x="10009137" y="5947976"/>
            <a:ext cx="702519" cy="702519"/>
          </a:xfrm>
          <a:prstGeom prst="ellipse">
            <a:avLst/>
          </a:prstGeom>
          <a:noFill/>
          <a:ln w="571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>
              <a:solidFill>
                <a:schemeClr val="tx1"/>
              </a:solidFill>
            </a:endParaRPr>
          </a:p>
        </p:txBody>
      </p:sp>
      <p:sp>
        <p:nvSpPr>
          <p:cNvPr id="91" name="Oval 4">
            <a:extLst>
              <a:ext uri="{FF2B5EF4-FFF2-40B4-BE49-F238E27FC236}">
                <a16:creationId xmlns:a16="http://schemas.microsoft.com/office/drawing/2014/main" id="{A4BE6362-FB16-42BF-A95B-AA50AD691F55}"/>
              </a:ext>
            </a:extLst>
          </p:cNvPr>
          <p:cNvSpPr/>
          <p:nvPr/>
        </p:nvSpPr>
        <p:spPr>
          <a:xfrm>
            <a:off x="9761156" y="2182287"/>
            <a:ext cx="994293" cy="994293"/>
          </a:xfrm>
          <a:prstGeom prst="ellipse">
            <a:avLst/>
          </a:prstGeom>
          <a:noFill/>
          <a:ln w="571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>
              <a:solidFill>
                <a:schemeClr val="tx1"/>
              </a:solidFill>
            </a:endParaRPr>
          </a:p>
        </p:txBody>
      </p:sp>
      <p:cxnSp>
        <p:nvCxnSpPr>
          <p:cNvPr id="94" name="Koppling: vinklad 93">
            <a:extLst>
              <a:ext uri="{FF2B5EF4-FFF2-40B4-BE49-F238E27FC236}">
                <a16:creationId xmlns:a16="http://schemas.microsoft.com/office/drawing/2014/main" id="{A26A3A25-D5E7-4B01-92E2-27CDF26C36BA}"/>
              </a:ext>
            </a:extLst>
          </p:cNvPr>
          <p:cNvCxnSpPr>
            <a:cxnSpLocks/>
            <a:stCxn id="91" idx="2"/>
            <a:endCxn id="87" idx="3"/>
          </p:cNvCxnSpPr>
          <p:nvPr/>
        </p:nvCxnSpPr>
        <p:spPr>
          <a:xfrm rot="10800000">
            <a:off x="9529342" y="2403050"/>
            <a:ext cx="231814" cy="276384"/>
          </a:xfrm>
          <a:prstGeom prst="bentConnector3">
            <a:avLst>
              <a:gd name="adj1" fmla="val 50000"/>
            </a:avLst>
          </a:prstGeom>
          <a:solidFill>
            <a:schemeClr val="tx2">
              <a:alpha val="4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0" name="Koppling: vinklad 119">
            <a:extLst>
              <a:ext uri="{FF2B5EF4-FFF2-40B4-BE49-F238E27FC236}">
                <a16:creationId xmlns:a16="http://schemas.microsoft.com/office/drawing/2014/main" id="{AED13A8B-72B8-43AE-A6D8-F8ADF1C811D0}"/>
              </a:ext>
            </a:extLst>
          </p:cNvPr>
          <p:cNvCxnSpPr>
            <a:cxnSpLocks/>
            <a:endCxn id="79" idx="2"/>
          </p:cNvCxnSpPr>
          <p:nvPr/>
        </p:nvCxnSpPr>
        <p:spPr>
          <a:xfrm rot="10800000">
            <a:off x="6093348" y="4019177"/>
            <a:ext cx="352276" cy="46967"/>
          </a:xfrm>
          <a:prstGeom prst="bentConnector2">
            <a:avLst/>
          </a:prstGeom>
          <a:solidFill>
            <a:schemeClr val="tx2">
              <a:alpha val="4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" name="textruta 6"/>
          <p:cNvSpPr txBox="1"/>
          <p:nvPr/>
        </p:nvSpPr>
        <p:spPr>
          <a:xfrm>
            <a:off x="830225" y="716469"/>
            <a:ext cx="10512425" cy="122585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>
                <a:latin typeface="+mj-lt"/>
                <a:ea typeface="+mj-ea"/>
                <a:cs typeface="+mj-cs"/>
              </a:defRPr>
            </a:lvl1pPr>
          </a:lstStyle>
          <a:p>
            <a:r>
              <a:rPr lang="sv-SE" sz="2800" dirty="0"/>
              <a:t>Instruktioner</a:t>
            </a:r>
            <a:br>
              <a:rPr lang="sv-SE" sz="2800" dirty="0"/>
            </a:br>
            <a:r>
              <a:rPr lang="sv-SE" sz="2800" dirty="0"/>
              <a:t>Dold sida, visas inte vid utskrift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61D44C5-3E97-4EA5-A45D-53D3A4AEE6D3}"/>
              </a:ext>
            </a:extLst>
          </p:cNvPr>
          <p:cNvSpPr/>
          <p:nvPr/>
        </p:nvSpPr>
        <p:spPr>
          <a:xfrm>
            <a:off x="5058258" y="4006490"/>
            <a:ext cx="2180742" cy="617520"/>
          </a:xfrm>
          <a:prstGeom prst="roundRect">
            <a:avLst/>
          </a:prstGeom>
          <a:noFill/>
          <a:ln w="571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30" name="Rektangel 29"/>
          <p:cNvSpPr/>
          <p:nvPr/>
        </p:nvSpPr>
        <p:spPr>
          <a:xfrm rot="16200000">
            <a:off x="11347675" y="5698201"/>
            <a:ext cx="1451038" cy="215444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sv-S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sv-SE" sz="800" dirty="0">
                <a:latin typeface="Calibri" panose="020F0502020204030204" pitchFamily="34" charset="0"/>
                <a:ea typeface="Calibri" panose="020F0502020204030204" pitchFamily="34" charset="0"/>
              </a:rPr>
              <a:t>TMALL 0145 Presentation v2.0</a:t>
            </a:r>
          </a:p>
        </p:txBody>
      </p:sp>
      <p:sp>
        <p:nvSpPr>
          <p:cNvPr id="35" name="Platshållare för bildnummer 5"/>
          <p:cNvSpPr>
            <a:spLocks noGrp="1"/>
          </p:cNvSpPr>
          <p:nvPr>
            <p:ph type="sldNum" sz="quarter" idx="4"/>
          </p:nvPr>
        </p:nvSpPr>
        <p:spPr>
          <a:xfrm>
            <a:off x="0" y="199629"/>
            <a:ext cx="784800" cy="365125"/>
          </a:xfrm>
        </p:spPr>
        <p:txBody>
          <a:bodyPr/>
          <a:lstStyle/>
          <a:p>
            <a:r>
              <a:rPr lang="sv-SE" dirty="0">
                <a:solidFill>
                  <a:schemeClr val="tx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30940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text 2"/>
          <p:cNvSpPr>
            <a:spLocks noGrp="1"/>
          </p:cNvSpPr>
          <p:nvPr>
            <p:ph type="body" sz="quarter" idx="12"/>
          </p:nvPr>
        </p:nvSpPr>
        <p:spPr>
          <a:xfrm>
            <a:off x="830224" y="1995113"/>
            <a:ext cx="5323621" cy="4374214"/>
          </a:xfrm>
        </p:spPr>
        <p:txBody>
          <a:bodyPr numCol="1"/>
          <a:lstStyle/>
          <a:p>
            <a:pPr marL="0" indent="0">
              <a:buNone/>
            </a:pPr>
            <a:r>
              <a:rPr lang="sv-SE" sz="1000" spc="0" dirty="0"/>
              <a:t>Välj de mallsidor som passar det du ska presentera. </a:t>
            </a:r>
            <a:br>
              <a:rPr lang="sv-SE" sz="1000" spc="0" dirty="0"/>
            </a:br>
            <a:r>
              <a:rPr lang="sv-SE" sz="1000" spc="0" dirty="0"/>
              <a:t>Här beskrivs möjligheterna med de olika mallsidorna. </a:t>
            </a:r>
          </a:p>
          <a:p>
            <a:pPr marL="0" indent="0">
              <a:buNone/>
            </a:pPr>
            <a:r>
              <a:rPr lang="sv-SE" sz="1000" b="1" spc="0" dirty="0"/>
              <a:t>Mallsida 4: 	</a:t>
            </a:r>
            <a:r>
              <a:rPr lang="sv-SE" sz="1000" spc="0" dirty="0"/>
              <a:t>Namn på presentation och vem som presenterar. </a:t>
            </a:r>
          </a:p>
          <a:p>
            <a:pPr marL="0" indent="0">
              <a:buNone/>
            </a:pPr>
            <a:r>
              <a:rPr lang="sv-SE" sz="1000" b="1" spc="0" dirty="0"/>
              <a:t>Mallsida </a:t>
            </a:r>
            <a:r>
              <a:rPr lang="sv-SE" sz="1000" b="1" dirty="0"/>
              <a:t>5</a:t>
            </a:r>
            <a:r>
              <a:rPr lang="sv-SE" sz="1000" b="1" spc="0" dirty="0"/>
              <a:t>: 	</a:t>
            </a:r>
            <a:r>
              <a:rPr lang="sv-SE" sz="1000" spc="0" dirty="0"/>
              <a:t>Rubrik och text på vit bakgrund.  </a:t>
            </a:r>
          </a:p>
          <a:p>
            <a:pPr marL="0" indent="0">
              <a:buNone/>
            </a:pPr>
            <a:r>
              <a:rPr lang="sv-SE" sz="1000" b="1" spc="0" dirty="0"/>
              <a:t>Mallsida 6: 	</a:t>
            </a:r>
            <a:r>
              <a:rPr lang="sv-SE" sz="1000" spc="0" dirty="0"/>
              <a:t>Rubrik text och bild till höger. </a:t>
            </a:r>
          </a:p>
          <a:p>
            <a:pPr marL="0" indent="0">
              <a:buNone/>
            </a:pPr>
            <a:r>
              <a:rPr lang="sv-SE" sz="1000" b="1" spc="0" dirty="0"/>
              <a:t>Mallsida </a:t>
            </a:r>
            <a:r>
              <a:rPr lang="sv-SE" sz="1000" b="1" dirty="0"/>
              <a:t>7</a:t>
            </a:r>
            <a:r>
              <a:rPr lang="sv-SE" sz="1000" b="1" spc="0" dirty="0"/>
              <a:t>:	</a:t>
            </a:r>
            <a:r>
              <a:rPr lang="sv-SE" sz="1000" spc="0" dirty="0"/>
              <a:t>Rubrik, text och bild till vänster. </a:t>
            </a:r>
          </a:p>
          <a:p>
            <a:pPr marL="0" indent="0">
              <a:buNone/>
            </a:pPr>
            <a:r>
              <a:rPr lang="sv-SE" sz="1000" b="1" spc="0" dirty="0"/>
              <a:t>Mallsida </a:t>
            </a:r>
            <a:r>
              <a:rPr lang="sv-SE" sz="1000" b="1" dirty="0"/>
              <a:t>8</a:t>
            </a:r>
            <a:r>
              <a:rPr lang="sv-SE" sz="1000" b="1" spc="0" dirty="0"/>
              <a:t>:	</a:t>
            </a:r>
            <a:r>
              <a:rPr lang="sv-SE" sz="1000" spc="0" dirty="0"/>
              <a:t>Infoga diagram. </a:t>
            </a:r>
          </a:p>
          <a:p>
            <a:pPr marL="0" indent="0">
              <a:buNone/>
            </a:pPr>
            <a:r>
              <a:rPr lang="sv-SE" sz="1000" b="1" spc="0" dirty="0"/>
              <a:t>Mallsida </a:t>
            </a:r>
            <a:r>
              <a:rPr lang="sv-SE" sz="1000" b="1" dirty="0"/>
              <a:t>9</a:t>
            </a:r>
            <a:r>
              <a:rPr lang="sv-SE" sz="1000" b="1" spc="0" dirty="0"/>
              <a:t>:	</a:t>
            </a:r>
            <a:r>
              <a:rPr lang="sv-SE" sz="1000" spc="0" dirty="0"/>
              <a:t>Rubrik och text och infoga diagram. </a:t>
            </a:r>
          </a:p>
          <a:p>
            <a:pPr marL="0" indent="0">
              <a:buNone/>
            </a:pPr>
            <a:r>
              <a:rPr lang="sv-SE" sz="1000" b="1" dirty="0"/>
              <a:t>Mallsida 10: </a:t>
            </a:r>
            <a:r>
              <a:rPr lang="sv-SE" sz="1000" dirty="0"/>
              <a:t>Rubrik på färgad bakgrund. </a:t>
            </a:r>
          </a:p>
          <a:p>
            <a:pPr marL="0" indent="0">
              <a:buNone/>
            </a:pPr>
            <a:r>
              <a:rPr lang="sv-SE" sz="1000" b="1" dirty="0"/>
              <a:t>Mallsida 11: </a:t>
            </a:r>
            <a:r>
              <a:rPr lang="sv-SE" sz="1000" dirty="0"/>
              <a:t>Namn på presentation och vem som presenterar samt möjlighet att lägga till en utfallande bakgrundsbild. Välj en bild som gör att texten syns bra så att det blir god tillgänglighet. </a:t>
            </a:r>
            <a:r>
              <a:rPr lang="sv-SE" sz="1000" dirty="0">
                <a:hlinkClick r:id="rId2"/>
              </a:rPr>
              <a:t>Här</a:t>
            </a:r>
            <a:r>
              <a:rPr lang="sv-SE" sz="1000" dirty="0"/>
              <a:t> kan du hämta och spara ned lämpliga bilder som du sedan infogar i presentationen.</a:t>
            </a:r>
          </a:p>
          <a:p>
            <a:pPr marL="0" indent="0">
              <a:buNone/>
            </a:pPr>
            <a:r>
              <a:rPr lang="sv-SE" sz="1000" b="1" dirty="0"/>
              <a:t>Mallsida 12: </a:t>
            </a:r>
            <a:r>
              <a:rPr lang="sv-SE" sz="1000" dirty="0"/>
              <a:t>Rubrik samt möjlighet att lägga till en utfallande bakgrundsbild. Välj en bild som gör att texten syns bra så att det blir god tillgänglighet. </a:t>
            </a:r>
            <a:r>
              <a:rPr lang="sv-SE" sz="1000" dirty="0">
                <a:hlinkClick r:id="rId2"/>
              </a:rPr>
              <a:t>Här</a:t>
            </a:r>
            <a:r>
              <a:rPr lang="sv-SE" sz="1000" dirty="0"/>
              <a:t> kan du hämta och spara ned lämpliga bilder som du sedan infogar i presentationen.</a:t>
            </a:r>
          </a:p>
          <a:p>
            <a:pPr marL="0" indent="0">
              <a:buNone/>
            </a:pPr>
            <a:r>
              <a:rPr lang="sv-SE" sz="1000" b="1" dirty="0"/>
              <a:t>Mallsida 13: </a:t>
            </a:r>
            <a:r>
              <a:rPr lang="sv-SE" sz="1000" dirty="0"/>
              <a:t>Rubrik och text på vit bakgrund med utpekad plats för EU-logotyp eller andra samarbetslogotyper. </a:t>
            </a:r>
          </a:p>
          <a:p>
            <a:pPr marL="0" indent="0">
              <a:buNone/>
            </a:pPr>
            <a:endParaRPr lang="sv-SE" sz="1200" dirty="0"/>
          </a:p>
          <a:p>
            <a:pPr marL="0" indent="0">
              <a:buNone/>
            </a:pPr>
            <a:endParaRPr lang="sv-SE" sz="1200" dirty="0"/>
          </a:p>
          <a:p>
            <a:pPr marL="0" indent="0">
              <a:buNone/>
            </a:pPr>
            <a:endParaRPr lang="sv-SE" sz="1200" dirty="0"/>
          </a:p>
          <a:p>
            <a:pPr marL="0" indent="0">
              <a:buNone/>
            </a:pPr>
            <a:endParaRPr lang="sv-SE" sz="1200" spc="0" dirty="0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2"/>
          </p:nvPr>
        </p:nvSpPr>
        <p:spPr>
          <a:xfrm>
            <a:off x="10106388" y="199629"/>
            <a:ext cx="1767114" cy="365125"/>
          </a:xfrm>
        </p:spPr>
        <p:txBody>
          <a:bodyPr/>
          <a:lstStyle/>
          <a:p>
            <a:endParaRPr lang="sv-SE" dirty="0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4"/>
          </p:nvPr>
        </p:nvSpPr>
        <p:spPr>
          <a:xfrm>
            <a:off x="0" y="199629"/>
            <a:ext cx="784800" cy="365125"/>
          </a:xfrm>
        </p:spPr>
        <p:txBody>
          <a:bodyPr/>
          <a:lstStyle/>
          <a:p>
            <a:fld id="{816FEC2C-AD63-44F4-896C-A2025F5FB260}" type="slidenum">
              <a:rPr lang="sv-SE" smtClean="0"/>
              <a:pPr/>
              <a:t>2</a:t>
            </a:fld>
            <a:endParaRPr lang="sv-SE" dirty="0"/>
          </a:p>
        </p:txBody>
      </p:sp>
      <p:sp>
        <p:nvSpPr>
          <p:cNvPr id="7" name="textruta 6"/>
          <p:cNvSpPr txBox="1"/>
          <p:nvPr/>
        </p:nvSpPr>
        <p:spPr>
          <a:xfrm>
            <a:off x="830225" y="716469"/>
            <a:ext cx="10512425" cy="122585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>
                <a:latin typeface="+mj-lt"/>
                <a:ea typeface="+mj-ea"/>
                <a:cs typeface="+mj-cs"/>
              </a:defRPr>
            </a:lvl1pPr>
          </a:lstStyle>
          <a:p>
            <a:r>
              <a:rPr lang="sv-SE" sz="2800" dirty="0"/>
              <a:t>Instruktioner</a:t>
            </a:r>
            <a:br>
              <a:rPr lang="sv-SE" sz="2800" dirty="0"/>
            </a:br>
            <a:r>
              <a:rPr lang="sv-SE" sz="2800" dirty="0"/>
              <a:t>Dold sida, visas inte vid utskrift</a:t>
            </a:r>
          </a:p>
        </p:txBody>
      </p:sp>
      <p:sp>
        <p:nvSpPr>
          <p:cNvPr id="2" name="textruta 1"/>
          <p:cNvSpPr txBox="1"/>
          <p:nvPr/>
        </p:nvSpPr>
        <p:spPr>
          <a:xfrm>
            <a:off x="7094943" y="2062163"/>
            <a:ext cx="4401732" cy="2528897"/>
          </a:xfrm>
          <a:prstGeom prst="rect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br>
              <a:rPr lang="sv-SE" sz="1000" b="1" dirty="0"/>
            </a:br>
            <a:r>
              <a:rPr lang="sv-SE" sz="1000" b="1" dirty="0"/>
              <a:t>Tänk på att bilder ökar filens storlek</a:t>
            </a:r>
          </a:p>
          <a:p>
            <a:endParaRPr lang="sv-SE" sz="1000" dirty="0"/>
          </a:p>
          <a:p>
            <a:pPr marL="171450" indent="-171450">
              <a:spcBef>
                <a:spcPts val="4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sv-SE" sz="1000" dirty="0"/>
              <a:t>Välj inte för många bilder</a:t>
            </a:r>
          </a:p>
          <a:p>
            <a:pPr marL="171450" indent="-171450">
              <a:spcBef>
                <a:spcPts val="4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sv-SE" sz="1000" dirty="0"/>
              <a:t>Ladda ner anpassade bilder från bildarkivet på intranätet</a:t>
            </a:r>
            <a:r>
              <a:rPr lang="sv-SE" sz="1000"/>
              <a:t>. </a:t>
            </a:r>
            <a:br>
              <a:rPr lang="sv-SE" sz="1000"/>
            </a:br>
            <a:r>
              <a:rPr lang="sv-SE" sz="1000"/>
              <a:t>Var </a:t>
            </a:r>
            <a:r>
              <a:rPr lang="sv-SE" sz="1000" dirty="0"/>
              <a:t>uppmärksam så du väljer rätt format. </a:t>
            </a:r>
          </a:p>
          <a:p>
            <a:pPr marL="171450" indent="-171450">
              <a:spcBef>
                <a:spcPts val="4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sv-SE" sz="1000" dirty="0"/>
              <a:t>Infoga bilder via mallens bildrutor för att de inte ska bli för stora.</a:t>
            </a:r>
          </a:p>
          <a:p>
            <a:pPr marL="171450" indent="-171450">
              <a:spcBef>
                <a:spcPts val="4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sv-SE" sz="1000" dirty="0"/>
              <a:t>Komprimera bilder när du sparar filen. Undvik storlekar över 150dpi.</a:t>
            </a:r>
            <a:br>
              <a:rPr lang="sv-SE" sz="1000" dirty="0"/>
            </a:br>
            <a:r>
              <a:rPr lang="sv-SE" sz="1000" dirty="0"/>
              <a:t>Komprimera genom att välja något av dessa alternativ:</a:t>
            </a:r>
            <a:br>
              <a:rPr lang="sv-SE" sz="1000" dirty="0"/>
            </a:br>
            <a:r>
              <a:rPr lang="sv-SE" sz="1000" dirty="0"/>
              <a:t>- Markera bilden, välj format i menyn och sedan komprimera bild.</a:t>
            </a:r>
            <a:br>
              <a:rPr lang="sv-SE" sz="1000" dirty="0"/>
            </a:br>
            <a:r>
              <a:rPr lang="sv-SE" sz="1000" dirty="0"/>
              <a:t>- Spara filen. Välj funktionen Verktyg till vänster om Spara knappen </a:t>
            </a:r>
            <a:br>
              <a:rPr lang="sv-SE" sz="1000" dirty="0"/>
            </a:br>
            <a:r>
              <a:rPr lang="sv-SE" sz="1000" dirty="0"/>
              <a:t>och välj komprimera bild.</a:t>
            </a:r>
            <a:br>
              <a:rPr lang="sv-SE" sz="1000" dirty="0"/>
            </a:br>
            <a:endParaRPr lang="sv-SE" sz="1000" dirty="0"/>
          </a:p>
        </p:txBody>
      </p:sp>
    </p:spTree>
    <p:extLst>
      <p:ext uri="{BB962C8B-B14F-4D97-AF65-F5344CB8AC3E}">
        <p14:creationId xmlns:p14="http://schemas.microsoft.com/office/powerpoint/2010/main" val="406421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2160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Läsa LAS-data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sv-SE" dirty="0"/>
              <a:t>Niclas Hansson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16FEC2C-AD63-44F4-896C-A2025F5FB260}" type="slidenum">
              <a:rPr lang="sv-SE" smtClean="0"/>
              <a:pPr/>
              <a:t>4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621216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MiniPipeline</a:t>
            </a:r>
            <a:endParaRPr lang="sv-SE" dirty="0"/>
          </a:p>
        </p:txBody>
      </p:sp>
      <p:sp>
        <p:nvSpPr>
          <p:cNvPr id="3" name="Platshållare för text 2"/>
          <p:cNvSpPr>
            <a:spLocks noGrp="1"/>
          </p:cNvSpPr>
          <p:nvPr>
            <p:ph type="body" sz="quarter" idx="12"/>
          </p:nvPr>
        </p:nvSpPr>
        <p:spPr>
          <a:xfrm>
            <a:off x="1544400" y="2527200"/>
            <a:ext cx="8607600" cy="3060000"/>
          </a:xfrm>
        </p:spPr>
        <p:txBody>
          <a:bodyPr/>
          <a:lstStyle/>
          <a:p>
            <a:pPr marL="0" indent="0">
              <a:buNone/>
            </a:pPr>
            <a:r>
              <a:rPr lang="sv-SE" dirty="0"/>
              <a:t>SHP-&gt;CSV (c++ </a:t>
            </a:r>
            <a:r>
              <a:rPr lang="sv-SE" dirty="0" err="1"/>
              <a:t>shapelib</a:t>
            </a:r>
            <a:r>
              <a:rPr lang="sv-SE" dirty="0"/>
              <a:t>)</a:t>
            </a:r>
            <a:br>
              <a:rPr lang="sv-SE" dirty="0"/>
            </a:br>
            <a:br>
              <a:rPr lang="sv-SE" dirty="0"/>
            </a:br>
            <a:r>
              <a:rPr lang="sv-SE" dirty="0"/>
              <a:t>LAZ-&gt;LAS (PDAL och en .</a:t>
            </a:r>
            <a:r>
              <a:rPr lang="sv-SE" dirty="0" err="1"/>
              <a:t>bat</a:t>
            </a:r>
            <a:r>
              <a:rPr lang="sv-SE" dirty="0"/>
              <a:t>-fil för automatisering)</a:t>
            </a:r>
            <a:br>
              <a:rPr lang="sv-SE" dirty="0"/>
            </a:br>
            <a:br>
              <a:rPr lang="sv-SE" dirty="0"/>
            </a:br>
            <a:r>
              <a:rPr lang="sv-SE" dirty="0"/>
              <a:t>LAS-&gt;UE5  (Lidar </a:t>
            </a:r>
            <a:r>
              <a:rPr lang="sv-SE" dirty="0" err="1"/>
              <a:t>Pointcloud</a:t>
            </a:r>
            <a:r>
              <a:rPr lang="sv-SE" dirty="0"/>
              <a:t> Plugin for UE5)</a:t>
            </a:r>
            <a:br>
              <a:rPr lang="sv-SE" dirty="0"/>
            </a:br>
            <a:r>
              <a:rPr lang="sv-SE" dirty="0" err="1"/>
              <a:t>CSV_in</a:t>
            </a:r>
            <a:r>
              <a:rPr lang="sv-SE" dirty="0"/>
              <a:t>-&gt;UE5</a:t>
            </a:r>
            <a:br>
              <a:rPr lang="sv-SE" dirty="0"/>
            </a:br>
            <a:br>
              <a:rPr lang="sv-SE" dirty="0"/>
            </a:br>
            <a:r>
              <a:rPr lang="sv-SE" dirty="0"/>
              <a:t>UE5-&gt;</a:t>
            </a:r>
            <a:r>
              <a:rPr lang="sv-SE" dirty="0" err="1"/>
              <a:t>CSV_out</a:t>
            </a:r>
            <a:br>
              <a:rPr lang="sv-SE" dirty="0"/>
            </a:br>
            <a:br>
              <a:rPr lang="sv-SE" dirty="0"/>
            </a:br>
            <a:r>
              <a:rPr lang="sv-SE" dirty="0"/>
              <a:t>Resulterande </a:t>
            </a:r>
            <a:r>
              <a:rPr lang="sv-SE" dirty="0" err="1"/>
              <a:t>CSV_out</a:t>
            </a:r>
            <a:r>
              <a:rPr lang="sv-SE" dirty="0"/>
              <a:t> kan lätt konverteras tillbaka </a:t>
            </a:r>
            <a:r>
              <a:rPr lang="sv-SE"/>
              <a:t>till SHP </a:t>
            </a:r>
            <a:r>
              <a:rPr lang="sv-SE" dirty="0"/>
              <a:t>om så önskas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16FEC2C-AD63-44F4-896C-A2025F5FB260}" type="slidenum">
              <a:rPr lang="sv-SE" smtClean="0"/>
              <a:pPr/>
              <a:t>5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8087272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Resultat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sv-SE" dirty="0"/>
              <a:t>Data från </a:t>
            </a:r>
            <a:r>
              <a:rPr lang="sv-SE" dirty="0" err="1"/>
              <a:t>nvdb</a:t>
            </a:r>
            <a:r>
              <a:rPr lang="sv-SE" dirty="0"/>
              <a:t> (</a:t>
            </a:r>
            <a:r>
              <a:rPr lang="sv-SE" dirty="0" err="1"/>
              <a:t>shp</a:t>
            </a:r>
            <a:r>
              <a:rPr lang="sv-SE" dirty="0"/>
              <a:t>-&gt;</a:t>
            </a:r>
            <a:r>
              <a:rPr lang="sv-SE" dirty="0" err="1"/>
              <a:t>csv</a:t>
            </a:r>
            <a:r>
              <a:rPr lang="sv-SE" dirty="0"/>
              <a:t>)</a:t>
            </a:r>
          </a:p>
          <a:p>
            <a:pPr marL="0" indent="0">
              <a:buNone/>
            </a:pPr>
            <a:r>
              <a:rPr lang="sv-SE" dirty="0"/>
              <a:t>x/y-värdena är </a:t>
            </a:r>
            <a:r>
              <a:rPr lang="sv-SE" dirty="0" err="1"/>
              <a:t>oförändade</a:t>
            </a:r>
            <a:r>
              <a:rPr lang="sv-SE" dirty="0"/>
              <a:t>, z-värdet </a:t>
            </a:r>
            <a:br>
              <a:rPr lang="sv-SE" dirty="0"/>
            </a:br>
            <a:r>
              <a:rPr lang="sv-SE" dirty="0"/>
              <a:t>hämtat från LAS-filerna</a:t>
            </a:r>
          </a:p>
          <a:p>
            <a:pPr marL="0" indent="0">
              <a:buNone/>
            </a:pPr>
            <a:r>
              <a:rPr lang="sv-SE" dirty="0"/>
              <a:t>T.v. Innan korrigering</a:t>
            </a:r>
            <a:br>
              <a:rPr lang="sv-SE" dirty="0"/>
            </a:br>
            <a:r>
              <a:rPr lang="sv-SE" dirty="0"/>
              <a:t>T.h. Efter korrigering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16FEC2C-AD63-44F4-896C-A2025F5FB260}" type="slidenum">
              <a:rPr lang="sv-SE" smtClean="0"/>
              <a:pPr/>
              <a:t>6</a:t>
            </a:fld>
            <a:endParaRPr lang="sv-SE" dirty="0"/>
          </a:p>
        </p:txBody>
      </p:sp>
      <p:pic>
        <p:nvPicPr>
          <p:cNvPr id="7" name="Bildobjekt 6">
            <a:extLst>
              <a:ext uri="{FF2B5EF4-FFF2-40B4-BE49-F238E27FC236}">
                <a16:creationId xmlns:a16="http://schemas.microsoft.com/office/drawing/2014/main" id="{B9725D81-AC6F-42D8-98E9-C664F09BDBF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7145"/>
          <a:stretch/>
        </p:blipFill>
        <p:spPr>
          <a:xfrm>
            <a:off x="5119947" y="1444058"/>
            <a:ext cx="3554230" cy="4680517"/>
          </a:xfrm>
          <a:prstGeom prst="rect">
            <a:avLst/>
          </a:prstGeom>
        </p:spPr>
      </p:pic>
      <p:pic>
        <p:nvPicPr>
          <p:cNvPr id="9" name="Bildobjekt 8">
            <a:extLst>
              <a:ext uri="{FF2B5EF4-FFF2-40B4-BE49-F238E27FC236}">
                <a16:creationId xmlns:a16="http://schemas.microsoft.com/office/drawing/2014/main" id="{E549CD2E-7389-4142-AE5D-89119ADABB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9904"/>
          <a:stretch/>
        </p:blipFill>
        <p:spPr>
          <a:xfrm>
            <a:off x="8674177" y="1444058"/>
            <a:ext cx="3126259" cy="4682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295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3" name="Platshållare för text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0" indent="0">
              <a:buNone/>
            </a:pPr>
            <a:endParaRPr lang="sv-SE" dirty="0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16FEC2C-AD63-44F4-896C-A2025F5FB260}" type="slidenum">
              <a:rPr lang="sv-SE" smtClean="0"/>
              <a:pPr/>
              <a:t>7</a:t>
            </a:fld>
            <a:endParaRPr lang="sv-SE" dirty="0"/>
          </a:p>
        </p:txBody>
      </p:sp>
      <p:pic>
        <p:nvPicPr>
          <p:cNvPr id="8" name="Bildobjekt 7">
            <a:extLst>
              <a:ext uri="{FF2B5EF4-FFF2-40B4-BE49-F238E27FC236}">
                <a16:creationId xmlns:a16="http://schemas.microsoft.com/office/drawing/2014/main" id="{6C9E0EEF-9594-48C8-8152-B279A51BF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8682" y="0"/>
            <a:ext cx="79149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894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3" name="Platshållare för text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0" indent="0">
              <a:buNone/>
            </a:pPr>
            <a:endParaRPr lang="sv-SE" dirty="0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16FEC2C-AD63-44F4-896C-A2025F5FB260}" type="slidenum">
              <a:rPr lang="sv-SE" smtClean="0"/>
              <a:pPr/>
              <a:t>8</a:t>
            </a:fld>
            <a:endParaRPr lang="sv-SE" dirty="0"/>
          </a:p>
        </p:txBody>
      </p:sp>
      <p:pic>
        <p:nvPicPr>
          <p:cNvPr id="10" name="Bildobjekt 9">
            <a:extLst>
              <a:ext uri="{FF2B5EF4-FFF2-40B4-BE49-F238E27FC236}">
                <a16:creationId xmlns:a16="http://schemas.microsoft.com/office/drawing/2014/main" id="{375302FA-B946-4C3D-A81A-7A742BB5FA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0386" y="0"/>
            <a:ext cx="7313425" cy="7017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9657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Resultat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sv-SE" dirty="0"/>
              <a:t>9.5-11.5 s/fil =&gt; 12.4 -&gt;14.9 h för Dalarna (4860 filer, alla punkter)</a:t>
            </a:r>
          </a:p>
          <a:p>
            <a:pPr marL="0" indent="0">
              <a:buNone/>
            </a:pPr>
            <a:r>
              <a:rPr lang="sv-SE" dirty="0"/>
              <a:t>Resultatet är ett snitt av 100 lästa filer</a:t>
            </a:r>
            <a:br>
              <a:rPr lang="sv-SE" dirty="0"/>
            </a:br>
            <a:br>
              <a:rPr lang="sv-SE" dirty="0"/>
            </a:br>
            <a:r>
              <a:rPr lang="sv-SE" dirty="0"/>
              <a:t>Slutsats: Fler datorer =&gt; snabbare </a:t>
            </a:r>
          </a:p>
          <a:p>
            <a:pPr marL="0" indent="0">
              <a:buNone/>
            </a:pPr>
            <a:r>
              <a:rPr lang="sv-SE" dirty="0"/>
              <a:t>Sampla ner </a:t>
            </a:r>
            <a:r>
              <a:rPr lang="sv-SE" dirty="0" err="1"/>
              <a:t>datan</a:t>
            </a:r>
            <a:r>
              <a:rPr lang="sv-SE" dirty="0"/>
              <a:t>, hälften av punkterna -&gt; halva tiden. </a:t>
            </a:r>
            <a:br>
              <a:rPr lang="sv-SE" dirty="0"/>
            </a:br>
            <a:r>
              <a:rPr lang="sv-SE" dirty="0"/>
              <a:t>(4.2 s-&gt; 5.6h)</a:t>
            </a:r>
          </a:p>
          <a:p>
            <a:pPr marL="0" indent="0">
              <a:buNone/>
            </a:pPr>
            <a:r>
              <a:rPr lang="sv-SE" dirty="0"/>
              <a:t>OBS: Vissa punkter hamnar i träd (för att </a:t>
            </a:r>
            <a:r>
              <a:rPr lang="sv-SE" dirty="0" err="1"/>
              <a:t>nvdb</a:t>
            </a:r>
            <a:r>
              <a:rPr lang="sv-SE" dirty="0"/>
              <a:t> ligger snett?). Lös med fler sampelpunkter, kalmanfilter, </a:t>
            </a:r>
            <a:r>
              <a:rPr lang="sv-SE" dirty="0" err="1"/>
              <a:t>reflektans</a:t>
            </a:r>
            <a:r>
              <a:rPr lang="sv-SE" dirty="0"/>
              <a:t>/intensitetsvärden, manuellt korrigera punkter som sticker ut ur mängden ur en statistisk synpunkt el. dyl.</a:t>
            </a:r>
            <a:br>
              <a:rPr lang="sv-SE" dirty="0"/>
            </a:br>
            <a:br>
              <a:rPr lang="sv-SE" dirty="0"/>
            </a:br>
            <a:br>
              <a:rPr lang="sv-SE" dirty="0"/>
            </a:br>
            <a:endParaRPr lang="sv-SE" dirty="0"/>
          </a:p>
          <a:p>
            <a:pPr marL="0" indent="0">
              <a:buNone/>
            </a:pPr>
            <a:endParaRPr lang="sv-SE" dirty="0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16FEC2C-AD63-44F4-896C-A2025F5FB260}" type="slidenum">
              <a:rPr lang="sv-SE" smtClean="0"/>
              <a:pPr/>
              <a:t>9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845809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16FEC2C-AD63-44F4-896C-A2025F5FB260}" type="slidenum">
              <a:rPr lang="sv-SE" smtClean="0"/>
              <a:pPr/>
              <a:t>10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0784318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 1"/>
          <p:cNvSpPr>
            <a:spLocks noGrp="1"/>
          </p:cNvSpPr>
          <p:nvPr>
            <p:ph type="pic" sz="quarter" idx="12"/>
          </p:nvPr>
        </p:nvSpPr>
        <p:spPr/>
      </p:sp>
      <p:sp>
        <p:nvSpPr>
          <p:cNvPr id="3" name="Rubrik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text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text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datum 5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16FEC2C-AD63-44F4-896C-A2025F5FB260}" type="slidenum">
              <a:rPr lang="sv-SE" smtClean="0"/>
              <a:pPr/>
              <a:t>11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630540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 1"/>
          <p:cNvSpPr>
            <a:spLocks noGrp="1"/>
          </p:cNvSpPr>
          <p:nvPr>
            <p:ph type="pic" sz="quarter" idx="12"/>
          </p:nvPr>
        </p:nvSpPr>
        <p:spPr/>
      </p:sp>
      <p:sp>
        <p:nvSpPr>
          <p:cNvPr id="3" name="Rubrik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text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16FEC2C-AD63-44F4-896C-A2025F5FB260}" type="slidenum">
              <a:rPr lang="sv-SE" smtClean="0"/>
              <a:pPr/>
              <a:t>12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6253058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" name="Platshållare för text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16FEC2C-AD63-44F4-896C-A2025F5FB260}" type="slidenum">
              <a:rPr lang="sv-SE" smtClean="0"/>
              <a:pPr/>
              <a:t>13</a:t>
            </a:fld>
            <a:endParaRPr lang="sv-SE" dirty="0"/>
          </a:p>
        </p:txBody>
      </p:sp>
      <p:sp>
        <p:nvSpPr>
          <p:cNvPr id="6" name="Platshållare för text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784942263"/>
      </p:ext>
    </p:extLst>
  </p:cSld>
  <p:clrMapOvr>
    <a:masterClrMapping/>
  </p:clrMapOvr>
</p:sld>
</file>

<file path=ppt/theme/theme1.xml><?xml version="1.0" encoding="utf-8"?>
<a:theme xmlns:a="http://schemas.openxmlformats.org/drawingml/2006/main" name="Star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_Trafikverket.potm" id="{E4C32268-6B05-4A14-A7CC-925A1902777C}" vid="{A93DC1D9-F604-4024-9143-78FB8925322B}"/>
    </a:ext>
  </a:extLst>
</a:theme>
</file>

<file path=ppt/theme/theme2.xml><?xml version="1.0" encoding="utf-8"?>
<a:theme xmlns:a="http://schemas.openxmlformats.org/drawingml/2006/main" name="Rubrik med logga">
  <a:themeElements>
    <a:clrScheme name="TrV_Colour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70000"/>
      </a:accent1>
      <a:accent2>
        <a:srgbClr val="505050"/>
      </a:accent2>
      <a:accent3>
        <a:srgbClr val="870000"/>
      </a:accent3>
      <a:accent4>
        <a:srgbClr val="FF0000"/>
      </a:accent4>
      <a:accent5>
        <a:srgbClr val="A0A0A0"/>
      </a:accent5>
      <a:accent6>
        <a:srgbClr val="5F0000"/>
      </a:accent6>
      <a:hlink>
        <a:srgbClr val="0070C0"/>
      </a:hlink>
      <a:folHlink>
        <a:srgbClr val="870000"/>
      </a:folHlink>
    </a:clrScheme>
    <a:fontScheme name="TrV_Fo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_Trafikverket.potm" id="{E4C32268-6B05-4A14-A7CC-925A1902777C}" vid="{E91349C9-22C3-4D42-B2B2-01E893807170}"/>
    </a:ext>
  </a:extLst>
</a:theme>
</file>

<file path=ppt/theme/theme3.xml><?xml version="1.0" encoding="utf-8"?>
<a:theme xmlns:a="http://schemas.openxmlformats.org/drawingml/2006/main" name="Rubrik med logga, titel, datum och sidnr">
  <a:themeElements>
    <a:clrScheme name="TrV_Colour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70000"/>
      </a:accent1>
      <a:accent2>
        <a:srgbClr val="505050"/>
      </a:accent2>
      <a:accent3>
        <a:srgbClr val="870000"/>
      </a:accent3>
      <a:accent4>
        <a:srgbClr val="FF0000"/>
      </a:accent4>
      <a:accent5>
        <a:srgbClr val="A0A0A0"/>
      </a:accent5>
      <a:accent6>
        <a:srgbClr val="5F0000"/>
      </a:accent6>
      <a:hlink>
        <a:srgbClr val="0070C0"/>
      </a:hlink>
      <a:folHlink>
        <a:srgbClr val="870000"/>
      </a:folHlink>
    </a:clrScheme>
    <a:fontScheme name="TrV_Fo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_Trafikverket.potm" id="{E4C32268-6B05-4A14-A7CC-925A1902777C}" vid="{5B4D5900-CC3B-48ED-AB25-DF4995913194}"/>
    </a:ext>
  </a:extLst>
</a:theme>
</file>

<file path=ppt/theme/theme4.xml><?xml version="1.0" encoding="utf-8"?>
<a:theme xmlns:a="http://schemas.openxmlformats.org/drawingml/2006/main" name="Office-tema">
  <a:themeElements>
    <a:clrScheme name="TrV_Colour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70000"/>
      </a:accent1>
      <a:accent2>
        <a:srgbClr val="505050"/>
      </a:accent2>
      <a:accent3>
        <a:srgbClr val="870000"/>
      </a:accent3>
      <a:accent4>
        <a:srgbClr val="FF0000"/>
      </a:accent4>
      <a:accent5>
        <a:srgbClr val="A0A0A0"/>
      </a:accent5>
      <a:accent6>
        <a:srgbClr val="5F0000"/>
      </a:accent6>
      <a:hlink>
        <a:srgbClr val="0070C0"/>
      </a:hlink>
      <a:folHlink>
        <a:srgbClr val="870000"/>
      </a:folHlink>
    </a:clrScheme>
    <a:fontScheme name="TrV_Fo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-tema">
  <a:themeElements>
    <a:clrScheme name="TrV_Colour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70000"/>
      </a:accent1>
      <a:accent2>
        <a:srgbClr val="505050"/>
      </a:accent2>
      <a:accent3>
        <a:srgbClr val="870000"/>
      </a:accent3>
      <a:accent4>
        <a:srgbClr val="FF0000"/>
      </a:accent4>
      <a:accent5>
        <a:srgbClr val="A0A0A0"/>
      </a:accent5>
      <a:accent6>
        <a:srgbClr val="5F0000"/>
      </a:accent6>
      <a:hlink>
        <a:srgbClr val="0070C0"/>
      </a:hlink>
      <a:folHlink>
        <a:srgbClr val="870000"/>
      </a:folHlink>
    </a:clrScheme>
    <a:fontScheme name="TrV_Fo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?mso-contentType ?>
<customXsn xmlns="http://schemas.microsoft.com/office/2006/metadata/customXsn">
  <xsnLocation/>
  <cached>True</cached>
  <openByDefault>True</openByDefault>
  <xsnScope/>
</customXsn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rvDocumentTemplateId xmlns="Trafikverket">TMALL 0145</TrvDocumentTemplateId>
    <TrvDocumentTemplateVersion xmlns="Trafikverket">3.0</TrvDocumentTemplateVersion>
    <Skapat_x0020_av_x0020_NY xmlns="Trafikverket">Hansson Niclas, IKTgvl</Skapat_x0020_av_x0020_NY>
    <Dokumentdatum_x0020_NY xmlns="Trafikverket">2024-05-09T22:00:00+00:00</Dokumentdatum_x0020_NY>
    <TRVversionNY xmlns="Trafikverket">0.1</TRVversionNY>
    <TaxCatchAll xmlns="f55ba1df-d739-4c61-9f4f-efed3bcdebe4">
      <Value>152</Value>
      <Value>143</Value>
      <Value>43</Value>
    </TaxCatchAll>
    <TrvConfidentialityLevelTaxHTField0 xmlns="f55ba1df-d739-4c61-9f4f-efed3bcdebe4">
      <Terms xmlns="http://schemas.microsoft.com/office/infopath/2007/PartnerControls">
        <TermInfo xmlns="http://schemas.microsoft.com/office/infopath/2007/PartnerControls">
          <TermName xmlns="http://schemas.microsoft.com/office/infopath/2007/PartnerControls">2 Intern</TermName>
          <TermId xmlns="http://schemas.microsoft.com/office/infopath/2007/PartnerControls">13d1762d-2ea9-450d-b05e-1ff9ba31b2a4</TermId>
        </TermInfo>
      </Terms>
    </TrvConfidentialityLevelTaxHTField0>
    <TrvUploadedDocumentTypeTaxHTField0 xmlns="f55ba1df-d739-4c61-9f4f-efed3bcdebe4">
      <Terms xmlns="http://schemas.microsoft.com/office/infopath/2007/PartnerControls">
        <TermInfo xmlns="http://schemas.microsoft.com/office/infopath/2007/PartnerControls">
          <TermName xmlns="http://schemas.microsoft.com/office/infopath/2007/PartnerControls">UPPLADDAT DOKUMENT</TermName>
          <TermId xmlns="http://schemas.microsoft.com/office/infopath/2007/PartnerControls">7c5b34d8-57da-44ed-9451-2f10a78af863</TermId>
        </TermInfo>
      </Terms>
    </TrvUploadedDocumentTypeTaxHTField0>
  </documentManagement>
</p:properti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TrvDokument01" ma:contentTypeID="0x010100F3454A24D10946AC8A6A7F801497FF3100F4B7AC4FDB37F44DA4A1D8A4B0AD13BA" ma:contentTypeVersion="74" ma:contentTypeDescription="Skapa ett nytt dokument." ma:contentTypeScope="" ma:versionID="d40868fc5367808f178d3dbf6d5fa9a4">
  <xsd:schema xmlns:xsd="http://www.w3.org/2001/XMLSchema" xmlns:xs="http://www.w3.org/2001/XMLSchema" xmlns:p="http://schemas.microsoft.com/office/2006/metadata/properties" xmlns:ns1="Trafikverket" xmlns:ns3="74c05969-ceca-4dc3-bf30-d314d4a8dbc9" targetNamespace="http://schemas.microsoft.com/office/2006/metadata/properties" ma:root="true" ma:fieldsID="6aec6c3d3411c603065513fec0ec79ca" ns1:_="" ns3:_="">
    <xsd:import namespace="Trafikverket"/>
    <xsd:import namespace="74c05969-ceca-4dc3-bf30-d314d4a8dbc9"/>
    <xsd:element name="properties">
      <xsd:complexType>
        <xsd:sequence>
          <xsd:element name="documentManagement">
            <xsd:complexType>
              <xsd:all>
                <xsd:element ref="ns1:Skapat_x0020_av_x0020_NY" minOccurs="0"/>
                <xsd:element ref="ns1:Dokumentdatum_x0020_NY" minOccurs="0"/>
                <xsd:element ref="ns3:_dlc_DocId" minOccurs="0"/>
                <xsd:element ref="ns3:_dlc_DocIdUrl" minOccurs="0"/>
                <xsd:element ref="ns3:_dlc_DocIdPersistId" minOccurs="0"/>
                <xsd:element ref="ns1:TRVversionNY" minOccurs="0"/>
                <xsd:element ref="ns1:TrvDocumentTemplateId" minOccurs="0"/>
                <xsd:element ref="ns1:TrvDocumentTemplateVersion" minOccurs="0"/>
                <xsd:element ref="ns3:TrvDocumentTypeTaxHTField0" minOccurs="0"/>
                <xsd:element ref="ns3:TaxCatchAll" minOccurs="0"/>
                <xsd:element ref="ns3:TaxCatchAllLabel" minOccurs="0"/>
                <xsd:element ref="ns1:TrvDocumentTemplateTitle" minOccurs="0"/>
                <xsd:element ref="ns1:TrvDocumentTemplateDescription" minOccurs="0"/>
                <xsd:element ref="ns1:TrvDocumentTemplateContact" minOccurs="0"/>
                <xsd:element ref="ns3:TrvDocumentTemplateOwnerTaxHTField0" minOccurs="0"/>
                <xsd:element ref="ns1:TrvDocumentTemplateDate" minOccurs="0"/>
                <xsd:element ref="ns3:TrvDocumentTemplateCategoryTaxHTField0" minOccurs="0"/>
                <xsd:element ref="ns3:TrvConfidentialityLevelTaxHTField0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Trafikverket" elementFormDefault="qualified">
    <xsd:import namespace="http://schemas.microsoft.com/office/2006/documentManagement/types"/>
    <xsd:import namespace="http://schemas.microsoft.com/office/infopath/2007/PartnerControls"/>
    <xsd:element name="Skapat_x0020_av_x0020_NY" ma:index="0" nillable="true" ma:displayName="Skapat av" ma:description="Namn och organisationsbeteckning för den person som skapat dokumentet." ma:internalName="TrvCreatedBy" ma:readOnly="true">
      <xsd:simpleType>
        <xsd:restriction base="dms:Text"/>
      </xsd:simpleType>
    </xsd:element>
    <xsd:element name="Dokumentdatum_x0020_NY" ma:index="2" nillable="true" ma:displayName="Dokumentdatum" ma:description="Datum för nuvarande version" ma:format="DateOnly" ma:internalName="TrvDocumentDate" ma:readOnly="true">
      <xsd:simpleType>
        <xsd:restriction base="dms:DateTime"/>
      </xsd:simpleType>
    </xsd:element>
    <xsd:element name="TRVversionNY" ma:index="11" nillable="true" ma:displayName="Version" ma:description="Dokumentets versionsnummer" ma:internalName="TrvVersion" ma:readOnly="true">
      <xsd:simpleType>
        <xsd:restriction base="dms:Text"/>
      </xsd:simpleType>
    </xsd:element>
    <xsd:element name="TrvDocumentTemplateId" ma:index="12" nillable="true" ma:displayName="TMALL-nummer" ma:description="Unik sträng eller nummer som identifierar dokumentmallen. Värdet sätts av respektive system." ma:internalName="TrvDocumentTemplateId" ma:readOnly="false">
      <xsd:simpleType>
        <xsd:restriction base="dms:Text"/>
      </xsd:simpleType>
    </xsd:element>
    <xsd:element name="TrvDocumentTemplateVersion" ma:index="13" nillable="true" ma:displayName="Mallversion" ma:description="Dokumentmallens versionsnummer" ma:internalName="TrvDocumentTemplateVersion" ma:readOnly="false">
      <xsd:simpleType>
        <xsd:restriction base="dms:Text"/>
      </xsd:simpleType>
    </xsd:element>
    <xsd:element name="TrvDocumentTemplateTitle" ma:index="20" nillable="true" ma:displayName="Mallnamn" ma:description="Dokumenttitel på dokumentmallen" ma:internalName="TrvDocumentTemplateTitle">
      <xsd:simpleType>
        <xsd:restriction base="dms:Text"/>
      </xsd:simpleType>
    </xsd:element>
    <xsd:element name="TrvDocumentTemplateDescription" ma:index="21" nillable="true" ma:displayName="Mallbeskrivning" ma:description="Beskrivning på dokumentmallen" ma:internalName="TrvDocumentTemplateDescription">
      <xsd:simpleType>
        <xsd:restriction base="dms:Text"/>
      </xsd:simpleType>
    </xsd:element>
    <xsd:element name="TrvDocumentTemplateContact" ma:index="22" nillable="true" ma:displayName="Kontaktperson" ma:description="" ma:hidden="true" ma:internalName="TrvDocumentTemplateContact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TrvDocumentTemplateDate" ma:index="25" nillable="true" ma:displayName="Publicerad" ma:description="Datum för när mallversionen senast ändrades" ma:format="DateOnly" ma:hidden="true" ma:internalName="TrvDocumentTemplateDat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c05969-ceca-4dc3-bf30-d314d4a8dbc9" elementFormDefault="qualified">
    <xsd:import namespace="http://schemas.microsoft.com/office/2006/documentManagement/types"/>
    <xsd:import namespace="http://schemas.microsoft.com/office/infopath/2007/PartnerControls"/>
    <xsd:element name="_dlc_DocId" ma:index="4" nillable="true" ma:displayName="Dokument-ID-värde" ma:description="Värdet för dokument-ID som tilldelats till det här objektet." ma:internalName="_dlc_DocId" ma:readOnly="true">
      <xsd:simpleType>
        <xsd:restriction base="dms:Text"/>
      </xsd:simpleType>
    </xsd:element>
    <xsd:element name="_dlc_DocIdUrl" ma:index="5" nillable="true" ma:displayName="Dokument-ID" ma:description="Permanent länk till det här dokumente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rvDocumentTypeTaxHTField0" ma:index="14" ma:taxonomy="true" ma:internalName="TrvDocumentTypeTaxHTField0" ma:taxonomyFieldName="TrvDocumentType" ma:displayName="Dokumenttyp" ma:readOnly="false" ma:fieldId="{254c14be-9fac-4cea-a731-8aa49979445b}" ma:sspId="186cccb1-9fab-4187-b54f-d2fc3705fc8a" ma:termSetId="152f56a5-fdb2-4180-8a6e-79ef00400bc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5" nillable="true" ma:displayName="Taxonomy Catch All Column" ma:hidden="true" ma:list="{69d824d8-eabb-4dd5-92ff-fcb8002878d1}" ma:internalName="TaxCatchAll" ma:showField="CatchAllData" ma:web="74c05969-ceca-4dc3-bf30-d314d4a8dbc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6" nillable="true" ma:displayName="Taxonomy Catch All Column1" ma:hidden="true" ma:list="{69d824d8-eabb-4dd5-92ff-fcb8002878d1}" ma:internalName="TaxCatchAllLabel" ma:readOnly="true" ma:showField="CatchAllDataLabel" ma:web="74c05969-ceca-4dc3-bf30-d314d4a8dbc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rvDocumentTemplateOwnerTaxHTField0" ma:index="23" nillable="true" ma:taxonomy="true" ma:internalName="TrvDocumentTemplateOwnerTaxHTField0" ma:taxonomyFieldName="TrvDocumentTemplateOwner" ma:displayName="Förvaltas av" ma:fieldId="{cb012b9e-6fe6-4882-87e9-27992d7f1cfa}" ma:sspId="186cccb1-9fab-4187-b54f-d2fc3705fc8a" ma:termSetId="fc6ac77e-aea4-4c18-b64f-642ceecd7581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rvDocumentTemplateCategoryTaxHTField0" ma:index="26" nillable="true" ma:taxonomy="true" ma:internalName="TrvDocumentTemplateCategoryTaxHTField0" ma:taxonomyFieldName="TrvDocumentTemplateCategory" ma:displayName="Mallkategori" ma:readOnly="true" ma:fieldId="{9697ca31-7b53-4b62-95a3-8e7bb5ca1ebe}" ma:taxonomyMulti="true" ma:sspId="186cccb1-9fab-4187-b54f-d2fc3705fc8a" ma:termSetId="1a3a659a-fb09-4d71-b69f-d837800d1cf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rvConfidentialityLevelTaxHTField0" ma:index="29" nillable="true" ma:taxonomy="true" ma:internalName="TrvConfidentialityLevelTaxHTField0" ma:taxonomyFieldName="TrvConfidentialityLevel" ma:displayName="Konfidentialitetsnivå" ma:default="-1;#Klassificering saknas|e2276ad6-a9d2-4145-a6ad-3ea87d20e505" ma:fieldId="{a84a37ca-5c43-43e3-a37a-c23c41d1607d}" ma:sspId="186cccb1-9fab-4187-b54f-d2fc3705fc8a" ma:termSetId="4d666f29-dc73-4030-952a-63de8896f399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18" ma:displayName="Innehållstyp"/>
        <xsd:element ref="dc:title" minOccurs="0" maxOccurs="1" ma:index="1" ma:displayName="Dokumenttitel" ma:readOnly="tru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5.xml><?xml version="1.0" encoding="utf-8"?>
<ct:contentTypeSchema xmlns:ct="http://schemas.microsoft.com/office/2006/metadata/contentType" xmlns:ma="http://schemas.microsoft.com/office/2006/metadata/properties/metaAttributes" ct:_="" ma:_="" ma:contentTypeName="Uppladdat arbetsrumsdokument" ma:contentTypeID="0x0101002EE44F411E754ABAB6EB27FC7D8442BF00FBDC29B7F7B140FA848AB6ABEF7636D900A26715F740B60A43A71C90E0BF804C27" ma:contentTypeVersion="7" ma:contentTypeDescription="Skapa ett nytt dokument." ma:contentTypeScope="" ma:versionID="6f06a3a8f631992acaf63b2c20d181a7">
  <xsd:schema xmlns:xsd="http://www.w3.org/2001/XMLSchema" xmlns:xs="http://www.w3.org/2001/XMLSchema" xmlns:p="http://schemas.microsoft.com/office/2006/metadata/properties" xmlns:ns1="Trafikverket" xmlns:ns3="f55ba1df-d739-4c61-9f4f-efed3bcdebe4" xmlns:ns4="c79c5fa2-41eb-4353-baac-8bde96a0333d" targetNamespace="http://schemas.microsoft.com/office/2006/metadata/properties" ma:root="true" ma:fieldsID="bfa53bc16c1da1c815159995129e4855" ns1:_="" ns3:_="" ns4:_="">
    <xsd:import namespace="Trafikverket"/>
    <xsd:import namespace="f55ba1df-d739-4c61-9f4f-efed3bcdebe4"/>
    <xsd:import namespace="c79c5fa2-41eb-4353-baac-8bde96a0333d"/>
    <xsd:element name="properties">
      <xsd:complexType>
        <xsd:sequence>
          <xsd:element name="documentManagement">
            <xsd:complexType>
              <xsd:all>
                <xsd:element ref="ns1:Skapat_x0020_av_x0020_NY"/>
                <xsd:element ref="ns1:Dokumentdatum_x0020_NY"/>
                <xsd:element ref="ns1:TRVversionNY" minOccurs="0"/>
                <xsd:element ref="ns1:TrvDocumentTemplateId" minOccurs="0"/>
                <xsd:element ref="ns1:TrvDocumentTemplateVersion" minOccurs="0"/>
                <xsd:element ref="ns3:TrvUploadedDocumentTypeTaxHTField0" minOccurs="0"/>
                <xsd:element ref="ns3:TaxCatchAll" minOccurs="0"/>
                <xsd:element ref="ns3:TaxCatchAllLabel" minOccurs="0"/>
                <xsd:element ref="ns3:TrvConfidentialityLevelTaxHTField0" minOccurs="0"/>
                <xsd:element ref="ns4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Trafikverket" elementFormDefault="qualified">
    <xsd:import namespace="http://schemas.microsoft.com/office/2006/documentManagement/types"/>
    <xsd:import namespace="http://schemas.microsoft.com/office/infopath/2007/PartnerControls"/>
    <xsd:element name="Skapat_x0020_av_x0020_NY" ma:index="0" ma:displayName="Skapat av" ma:description="Namn och organisationsbeteckning för den person som skapat dokumentet." ma:internalName="TrvCreatedBy" ma:readOnly="false">
      <xsd:simpleType>
        <xsd:restriction base="dms:Text"/>
      </xsd:simpleType>
    </xsd:element>
    <xsd:element name="Dokumentdatum_x0020_NY" ma:index="2" ma:displayName="Dokumentdatum" ma:description="Datum för nuvarande version" ma:format="DateOnly" ma:internalName="TrvDocumentDate" ma:readOnly="false">
      <xsd:simpleType>
        <xsd:restriction base="dms:DateTime"/>
      </xsd:simpleType>
    </xsd:element>
    <xsd:element name="TRVversionNY" ma:index="8" nillable="true" ma:displayName="Version" ma:description="Dokumentets versionsnummer" ma:internalName="TrvVersion" ma:readOnly="true">
      <xsd:simpleType>
        <xsd:restriction base="dms:Text"/>
      </xsd:simpleType>
    </xsd:element>
    <xsd:element name="TrvDocumentTemplateId" ma:index="9" nillable="true" ma:displayName="TMALL-nummer" ma:description="Unik sträng eller nummer som identifierar dokumentmallen. Värdet sätts av respektive system." ma:internalName="TrvDocumentTemplateId" ma:readOnly="true">
      <xsd:simpleType>
        <xsd:restriction base="dms:Text"/>
      </xsd:simpleType>
    </xsd:element>
    <xsd:element name="TrvDocumentTemplateVersion" ma:index="10" nillable="true" ma:displayName="Mallversion" ma:description="Dokumentmallens versionsnummer" ma:internalName="TrvDocumentTemplateVers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5ba1df-d739-4c61-9f4f-efed3bcdebe4" elementFormDefault="qualified">
    <xsd:import namespace="http://schemas.microsoft.com/office/2006/documentManagement/types"/>
    <xsd:import namespace="http://schemas.microsoft.com/office/infopath/2007/PartnerControls"/>
    <xsd:element name="TrvUploadedDocumentTypeTaxHTField0" ma:index="13" ma:taxonomy="true" ma:internalName="TrvUploadedDocumentTypeTaxHTField0" ma:taxonomyFieldName="TrvUploadedDocumentType" ma:displayName="Dokumenttyp för uppladdade dokument" ma:readOnly="false" ma:default="143;#UPPLADDAT DOKUMENT|7c5b34d8-57da-44ed-9451-2f10a78af863" ma:fieldId="{eb96df49-af7b-4885-ae87-85b965eb0ad2}" ma:sspId="56b52474-2a4b-42ac-ac16-0a67cba4e670" ma:termSetId="152f56a5-fdb2-4180-8a6e-79ef00400bc3" ma:anchorId="238613c4-8162-47c5-b0c8-3db178651ae8" ma:open="false" ma:isKeyword="false">
      <xsd:complexType>
        <xsd:sequence>
          <xsd:element ref="pc:Terms" minOccurs="0" maxOccurs="1"/>
        </xsd:sequence>
      </xsd:complexType>
    </xsd:element>
    <xsd:element name="TaxCatchAll" ma:index="14" nillable="true" ma:displayName="Taxonomy Catch All Column" ma:hidden="true" ma:list="{6247cf79-3667-480b-8073-33bf187c852b}" ma:internalName="TaxCatchAll" ma:showField="CatchAllData" ma:web="f55ba1df-d739-4c61-9f4f-efed3bcdebe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5" nillable="true" ma:displayName="Taxonomy Catch All Column1" ma:hidden="true" ma:list="{6247cf79-3667-480b-8073-33bf187c852b}" ma:internalName="TaxCatchAllLabel" ma:readOnly="true" ma:showField="CatchAllDataLabel" ma:web="f55ba1df-d739-4c61-9f4f-efed3bcdebe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rvConfidentialityLevelTaxHTField0" ma:index="17" ma:taxonomy="true" ma:internalName="TrvConfidentialityLevelTaxHTField0" ma:taxonomyFieldName="TrvConfidentialityLevel" ma:displayName="Konfidentialitetsnivå" ma:readOnly="false" ma:default="" ma:fieldId="{a84a37ca-5c43-43e3-a37a-c23c41d1607d}" ma:sspId="56b52474-2a4b-42ac-ac16-0a67cba4e670" ma:termSetId="4d666f29-dc73-4030-952a-63de8896f399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9c5fa2-41eb-4353-baac-8bde96a0333d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Dela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11" ma:displayName="Innehållstyp"/>
        <xsd:element ref="dc:title" maxOccurs="1" ma:index="1" ma:displayName="Dokument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D9BC238-804C-43B9-85D8-E8D2914F1486}">
  <ds:schemaRefs>
    <ds:schemaRef ds:uri="http://schemas.microsoft.com/office/2006/metadata/customXsn"/>
  </ds:schemaRefs>
</ds:datastoreItem>
</file>

<file path=customXml/itemProps2.xml><?xml version="1.0" encoding="utf-8"?>
<ds:datastoreItem xmlns:ds="http://schemas.openxmlformats.org/officeDocument/2006/customXml" ds:itemID="{907995CE-3062-4DCB-913E-CA7C92E2CDC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74B4E73-29F5-4C44-AEDC-5752B130AE4E}">
  <ds:schemaRefs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terms/"/>
    <ds:schemaRef ds:uri="http://purl.org/dc/dcmitype/"/>
    <ds:schemaRef ds:uri="Trafikverket"/>
    <ds:schemaRef ds:uri="http://schemas.microsoft.com/office/infopath/2007/PartnerControls"/>
    <ds:schemaRef ds:uri="74c05969-ceca-4dc3-bf30-d314d4a8dbc9"/>
    <ds:schemaRef ds:uri="http://www.w3.org/XML/1998/namespace"/>
  </ds:schemaRefs>
</ds:datastoreItem>
</file>

<file path=customXml/itemProps4.xml><?xml version="1.0" encoding="utf-8"?>
<ds:datastoreItem xmlns:ds="http://schemas.openxmlformats.org/officeDocument/2006/customXml" ds:itemID="{5C2F8E9F-03A6-478E-A5FB-9D3647E3986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Trafikverket"/>
    <ds:schemaRef ds:uri="74c05969-ceca-4dc3-bf30-d314d4a8dbc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5.xml><?xml version="1.0" encoding="utf-8"?>
<ds:datastoreItem xmlns:ds="http://schemas.openxmlformats.org/officeDocument/2006/customXml" ds:itemID="{F7FB386B-117E-4F1D-BD5E-B7C5D19776C8}"/>
</file>

<file path=docProps/app.xml><?xml version="1.0" encoding="utf-8"?>
<Properties xmlns="http://schemas.openxmlformats.org/officeDocument/2006/extended-properties" xmlns:vt="http://schemas.openxmlformats.org/officeDocument/2006/docPropsVTypes">
  <Template>Presentation_Trafikverket</Template>
  <TotalTime>99</TotalTime>
  <Words>665</Words>
  <Application>Microsoft Office PowerPoint</Application>
  <PresentationFormat>Bredbild</PresentationFormat>
  <Paragraphs>55</Paragraphs>
  <Slides>13</Slides>
  <Notes>1</Notes>
  <HiddenSlides>2</HiddenSlides>
  <MMClips>0</MMClips>
  <ScaleCrop>false</ScaleCrop>
  <HeadingPairs>
    <vt:vector size="6" baseType="variant">
      <vt:variant>
        <vt:lpstr>Använt teckensnitt</vt:lpstr>
      </vt:variant>
      <vt:variant>
        <vt:i4>2</vt:i4>
      </vt:variant>
      <vt:variant>
        <vt:lpstr>Tema</vt:lpstr>
      </vt:variant>
      <vt:variant>
        <vt:i4>3</vt:i4>
      </vt:variant>
      <vt:variant>
        <vt:lpstr>Bildrubriker</vt:lpstr>
      </vt:variant>
      <vt:variant>
        <vt:i4>13</vt:i4>
      </vt:variant>
    </vt:vector>
  </HeadingPairs>
  <TitlesOfParts>
    <vt:vector size="18" baseType="lpstr">
      <vt:lpstr>Arial</vt:lpstr>
      <vt:lpstr>Calibri</vt:lpstr>
      <vt:lpstr>Start</vt:lpstr>
      <vt:lpstr>Rubrik med logga</vt:lpstr>
      <vt:lpstr>Rubrik med logga, titel, datum och sidnr</vt:lpstr>
      <vt:lpstr>PowerPoint-presentation</vt:lpstr>
      <vt:lpstr>PowerPoint-presentation</vt:lpstr>
      <vt:lpstr>PowerPoint-presentation</vt:lpstr>
      <vt:lpstr>Läsa LAS-data</vt:lpstr>
      <vt:lpstr>MiniPipeline</vt:lpstr>
      <vt:lpstr>Resultat</vt:lpstr>
      <vt:lpstr>PowerPoint-presentation</vt:lpstr>
      <vt:lpstr>PowerPoint-presentation</vt:lpstr>
      <vt:lpstr>Resultat</vt:lpstr>
      <vt:lpstr>PowerPoint-presentation</vt:lpstr>
      <vt:lpstr>PowerPoint-presentation</vt:lpstr>
      <vt:lpstr>PowerPoint-presentation</vt:lpstr>
      <vt:lpstr>PowerPoint-presentation</vt:lpstr>
    </vt:vector>
  </TitlesOfParts>
  <Company>Trafikverket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PowerPoint-presentation</dc:title>
  <dc:creator>Hansson Niclas, IKTväve</dc:creator>
  <cp:lastModifiedBy>Hansson Niclas, IKTväve</cp:lastModifiedBy>
  <cp:revision>2</cp:revision>
  <dcterms:created xsi:type="dcterms:W3CDTF">2024-02-01T13:13:29Z</dcterms:created>
  <dcterms:modified xsi:type="dcterms:W3CDTF">2024-02-01T14:52:58Z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0x0101002EE44F411E754ABAB6EB27FC7D8442BF00FBDC29B7F7B140FA848AB6ABEF7636D900A26715F740B60A43A71C90E0BF804C27</vt:lpwstr>
  </property>
  <property fmtid="{D5CDD505-2E9C-101B-9397-08002B2CF9AE}" pid="3" name="TrvDocumentType">
    <vt:lpwstr>143</vt:lpwstr>
  </property>
  <property fmtid="{D5CDD505-2E9C-101B-9397-08002B2CF9AE}" pid="4" name="TrvDocumentTemplateOwner">
    <vt:lpwstr>277;#KM Kommunikation|65ba4904-7f87-411a-bf82-b389570b62aa</vt:lpwstr>
  </property>
  <property fmtid="{D5CDD505-2E9C-101B-9397-08002B2CF9AE}" pid="5" name="TrvDocumentTemplateStatus">
    <vt:lpwstr>Distribuerad</vt:lpwstr>
  </property>
  <property fmtid="{D5CDD505-2E9C-101B-9397-08002B2CF9AE}" pid="6" name="TrvDocumentTemplateCategory">
    <vt:lpwstr>35;#Grundmallar|ba03f0de-f93f-4e70-95f2-fa30c55e4680</vt:lpwstr>
  </property>
  <property fmtid="{D5CDD505-2E9C-101B-9397-08002B2CF9AE}" pid="7" name="TrvConfidentialityLevel">
    <vt:lpwstr>152</vt:lpwstr>
  </property>
  <property fmtid="{D5CDD505-2E9C-101B-9397-08002B2CF9AE}" pid="8" name="TrvDocumentTypeTaxHTField0">
    <vt:lpwstr>UPPLADDAT DOKUMENT|7c5b34d8-57da-44ed-9451-2f10a78af863</vt:lpwstr>
  </property>
  <property fmtid="{D5CDD505-2E9C-101B-9397-08002B2CF9AE}" pid="9" name="TrvUploadedDocumentType">
    <vt:lpwstr>143</vt:lpwstr>
  </property>
</Properties>
</file>