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1"/>
  </p:notesMasterIdLst>
  <p:sldIdLst>
    <p:sldId id="390" r:id="rId6"/>
    <p:sldId id="388" r:id="rId7"/>
    <p:sldId id="386" r:id="rId8"/>
    <p:sldId id="385" r:id="rId9"/>
    <p:sldId id="389" r:id="rId1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7AEF3-5612-4FE9-817B-2DD818EFB95A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50E7E-9D7F-4253-80B7-47B8D56182C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337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E9413FC-D195-40B8-BE34-5175F6713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885590D-9D57-44B8-BA69-CC2F8DCF8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CC294FA-23FE-4329-8264-4396BDD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326F764-4740-42D2-8B8F-9E05B049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B470359-DF40-481A-A303-B6CE9ADA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331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170DCA-08B2-44D3-8C19-024D266A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C2B06F1-37B5-4FFD-989D-881E7CA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BD460EA-C3DF-412B-A790-322F7758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DDD5D8F-703A-4CF3-A0B4-E074ED29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2E8A3E5-3315-4268-B573-3C227BB5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594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5EBEDB6-02B7-4B2C-B3F9-124D6C6D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8661602-4876-463F-8491-73E105C2F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D14DD84-634B-43DC-9B1C-0175BD9C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FC06C26-4DFA-4012-8D17-7057F217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6807104-2F3E-4787-B7EC-391ADAE5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562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1B463A-A40B-4247-9A4B-D5C1CD54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04A46BE-8585-45C0-9E1D-67EC61C0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60FC106-E505-427F-9698-43A81AF08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15DA683-1395-4F14-8509-58164869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E12A40F-0387-47F9-A822-9685CD34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7FF01D39-8282-4C3D-94B9-9B1F8625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192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ED81434-1330-4DEC-AA37-83C80B78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D2DF07E-BDAD-4D7E-8857-32951FC59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9FB78A1-9BD9-411B-9F36-49D102CE3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4860E56-6D10-4814-BC52-12C63F2E7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26197F1-896B-43F1-B689-47A52AD2F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DD7FED4-D557-4EA5-A56C-1D26E7EA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A4F80BE-A5B2-4A5B-8AAE-835CA5A1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BA15EB16-8941-44B1-9585-37F396FF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30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9A9121-1AF8-4472-AC61-1F41952A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1B66E53-33A6-4322-B01C-325F06A9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B584223-21BC-433A-B270-296D50E0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D703566-4316-4331-8AAE-6DE5570A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526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B57E0EA-EC28-4E3C-9A89-64890FE1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4ACAE7C5-9E3C-4FA2-9E59-FB251341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6978926-8075-4C21-9DAA-228A204B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579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88203A-CB66-4470-A5D5-3DBDF4901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4947D9-1DA1-43FD-B25F-1A70596D9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2D91A97-A344-48B7-9C76-76B9F0F22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F78DB74-97D8-4343-867F-9B8803DF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EAA6F05-34E2-4ED9-AEE4-DCFCF2C5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EA8A28F-2B33-4C27-AAD2-B61C7A61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536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8E0FBAD-4AD7-4761-9845-695ABD62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CAD1B41-ECB6-4550-B667-02A5F525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7C605EE-B40C-4E7E-9E3D-9FDA4E3CB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85579DE-3C68-4879-9717-FAB502CB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C5FA6A0-FB27-47FB-A9EC-87E8AF5C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DA4175B-E32B-41D3-AD24-B52EF10F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992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3254B1-A10F-414B-8468-8F6BB8D8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74A33C8-09C9-4012-81FB-50E45F254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BDCF155-83ED-4B39-A5EF-D729973C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5559873-CD96-425E-AB15-2101F5D6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1D49F15-C7B2-435E-87CE-76BBEA55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748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CBA94B2F-77F1-4757-91D2-919B02DDB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19B5A702-5A50-43AC-8751-26A68CF8B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2B793E8-5CE7-4CA5-B1DD-E85EAD0E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79035E2-7C1F-4CCD-B26A-E7F96EE4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D402127-0A50-4B37-84CB-1899A099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2424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ubrik &amp;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4800" y="1270800"/>
            <a:ext cx="10800000" cy="900000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r>
              <a:rPr lang="sv-SE" dirty="0"/>
              <a:t>Klicka – lägg till rubrik</a:t>
            </a:r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94800" y="2529000"/>
            <a:ext cx="8607600" cy="3060000"/>
          </a:xfrm>
          <a:prstGeom prst="rect">
            <a:avLst/>
          </a:prstGeom>
        </p:spPr>
        <p:txBody>
          <a:bodyPr/>
          <a:lstStyle>
            <a:lvl1pPr marL="360000" indent="-360000" defTabSz="360000">
              <a:lnSpc>
                <a:spcPct val="100000"/>
              </a:lnSpc>
              <a:buFont typeface="Arial" panose="020B0604020202020204" pitchFamily="34" charset="0"/>
              <a:buChar char="•"/>
              <a:defRPr sz="2000" spc="0"/>
            </a:lvl1pPr>
            <a:lvl2pPr marL="720000" marR="0" indent="-360000" algn="l" defTabSz="360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>
                <a:tab pos="36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0" indent="-360000" defTabSz="3240000">
              <a:buFont typeface="Arial" panose="020B0604020202020204" pitchFamily="34" charset="0"/>
              <a:buChar char="‒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  <a:tab pos="324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40000" indent="-324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0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1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2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7429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45C3D9D3-85EC-4565-9350-B0F9BD11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FFD8457-3119-4A61-B735-0E02442B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1A41154-1721-486C-A366-5CD94521C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4C482-83D6-466C-9520-C0FB59C40558}" type="datetimeFigureOut">
              <a:rPr lang="sv-SE" smtClean="0"/>
              <a:t>2024-10-15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369ECCB-BA96-4925-9BB1-83E83A83E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77521E-6F8F-4C58-BEBB-8BD2710DE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94CA9-B41B-4EAE-9DD7-9ED262DBC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200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Problemintroduktion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/>
              <a:t>Hur får man ut värdefull information </a:t>
            </a:r>
            <a:br>
              <a:rPr lang="sv-SE" dirty="0"/>
            </a:br>
            <a:r>
              <a:rPr lang="sv-SE" dirty="0"/>
              <a:t>från en lista av 3D-spatiala punkter </a:t>
            </a:r>
            <a:br>
              <a:rPr lang="sv-SE" dirty="0"/>
            </a:br>
            <a:r>
              <a:rPr lang="sv-SE" dirty="0"/>
              <a:t>utan inbördes ordning?</a:t>
            </a:r>
          </a:p>
          <a:p>
            <a:r>
              <a:rPr lang="sv-SE" dirty="0"/>
              <a:t>Komplext problem</a:t>
            </a:r>
          </a:p>
          <a:p>
            <a:pPr lvl="1"/>
            <a:r>
              <a:rPr lang="sv-SE" dirty="0"/>
              <a:t>Stora datamängder</a:t>
            </a:r>
          </a:p>
          <a:p>
            <a:pPr lvl="1"/>
            <a:r>
              <a:rPr lang="sv-SE" dirty="0"/>
              <a:t>Träd av varierande arter, former och täthet</a:t>
            </a:r>
          </a:p>
          <a:p>
            <a:pPr lvl="1"/>
            <a:r>
              <a:rPr lang="sv-SE" dirty="0"/>
              <a:t>Bös, skräp och brus</a:t>
            </a:r>
          </a:p>
          <a:p>
            <a:r>
              <a:rPr lang="sv-SE" dirty="0"/>
              <a:t>Vilken lösningsmetodik?</a:t>
            </a:r>
          </a:p>
          <a:p>
            <a:pPr lvl="1"/>
            <a:r>
              <a:rPr lang="sv-SE" dirty="0"/>
              <a:t>Finns många sätt att lösa problemet </a:t>
            </a:r>
          </a:p>
          <a:p>
            <a:pPr lvl="1"/>
            <a:r>
              <a:rPr lang="sv-SE" dirty="0"/>
              <a:t>Varje metod har sina respektive för- och nackdelar</a:t>
            </a:r>
          </a:p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1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99FB24C-B047-4D74-96B4-09EBFE70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154"/>
            <a:ext cx="12192000" cy="688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4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>
          <a:xfrm>
            <a:off x="0" y="2527200"/>
            <a:ext cx="8607600" cy="306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v-SE" dirty="0" err="1"/>
              <a:t>Klustring</a:t>
            </a:r>
            <a:r>
              <a:rPr lang="sv-SE" dirty="0"/>
              <a:t>:</a:t>
            </a:r>
            <a:br>
              <a:rPr lang="sv-SE" dirty="0"/>
            </a:br>
            <a:r>
              <a:rPr lang="sv-SE" dirty="0"/>
              <a:t>Närmsta </a:t>
            </a:r>
            <a:br>
              <a:rPr lang="sv-SE" dirty="0"/>
            </a:br>
            <a:r>
              <a:rPr lang="sv-SE" dirty="0"/>
              <a:t>granne</a:t>
            </a:r>
            <a:br>
              <a:rPr lang="sv-SE" dirty="0"/>
            </a:br>
            <a:r>
              <a:rPr lang="sv-SE" dirty="0"/>
              <a:t/>
            </a:r>
            <a:br>
              <a:rPr lang="sv-SE" dirty="0"/>
            </a:br>
            <a:r>
              <a:rPr lang="sv-SE" dirty="0" err="1"/>
              <a:t>Voxelisering</a:t>
            </a:r>
            <a:r>
              <a:rPr lang="sv-SE" dirty="0"/>
              <a:t> (3D-histogram)</a:t>
            </a:r>
            <a:br>
              <a:rPr lang="sv-SE" dirty="0"/>
            </a:br>
            <a:r>
              <a:rPr lang="sv-SE" dirty="0"/>
              <a:t>Identifierar stamsegment</a:t>
            </a:r>
            <a:br>
              <a:rPr lang="sv-SE" dirty="0"/>
            </a:br>
            <a:r>
              <a:rPr lang="sv-SE" dirty="0"/>
              <a:t>ovanför/under med liknande </a:t>
            </a:r>
            <a:br>
              <a:rPr lang="sv-SE" dirty="0"/>
            </a:br>
            <a:r>
              <a:rPr lang="sv-SE" dirty="0"/>
              <a:t>riktning</a:t>
            </a:r>
            <a:br>
              <a:rPr lang="sv-SE" dirty="0"/>
            </a:br>
            <a:r>
              <a:rPr lang="sv-SE" dirty="0"/>
              <a:t/>
            </a:r>
            <a:br>
              <a:rPr lang="sv-SE" dirty="0"/>
            </a:br>
            <a:r>
              <a:rPr lang="sv-SE" dirty="0"/>
              <a:t>filtrerar bort</a:t>
            </a:r>
            <a:br>
              <a:rPr lang="sv-SE" dirty="0"/>
            </a:br>
            <a:r>
              <a:rPr lang="sv-SE" dirty="0"/>
              <a:t>små kluster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2</a:t>
            </a:fld>
            <a:endParaRPr lang="sv-SE" dirty="0"/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35CD075F-E353-4729-905C-0127DD38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2FC248D8-EB07-4755-8D42-72044884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482" y="0"/>
            <a:ext cx="12290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3</a:t>
            </a:fld>
            <a:endParaRPr lang="sv-SE" dirty="0"/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35CD075F-E353-4729-905C-0127DD38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028B1B86-102B-4AAA-94B9-BA7CFC1E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4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Resultat Analys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4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89802555-C01F-45C6-8BAF-C183D7921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81" y="-11200"/>
            <a:ext cx="2743438" cy="2415749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A46D38A4-F4D8-4CBC-879F-2DEF903D2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9989" y="0"/>
            <a:ext cx="5503333" cy="6858000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49A40E77-8E08-4146-85EE-B766EF078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990" y="-13750"/>
            <a:ext cx="12734353" cy="688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7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Resultat Analys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5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89802555-C01F-45C6-8BAF-C183D7921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81" y="-11200"/>
            <a:ext cx="2743438" cy="2415749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A46D38A4-F4D8-4CBC-879F-2DEF903D2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9989" y="0"/>
            <a:ext cx="5503333" cy="6858000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49A40E77-8E08-4146-85EE-B766EF078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990" y="-13750"/>
            <a:ext cx="12734353" cy="6881196"/>
          </a:xfrm>
          <a:prstGeom prst="rect">
            <a:avLst/>
          </a:prstGeom>
        </p:spPr>
      </p:pic>
      <p:sp>
        <p:nvSpPr>
          <p:cNvPr id="9" name="Rubrik 1"/>
          <p:cNvSpPr txBox="1">
            <a:spLocks/>
          </p:cNvSpPr>
          <p:nvPr/>
        </p:nvSpPr>
        <p:spPr>
          <a:xfrm>
            <a:off x="517186" y="384925"/>
            <a:ext cx="1080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sz="8000" b="1" dirty="0" smtClean="0">
                <a:solidFill>
                  <a:schemeClr val="bg1"/>
                </a:solidFill>
              </a:rPr>
              <a:t>Välkomna</a:t>
            </a:r>
            <a:r>
              <a:rPr lang="sv-SE" dirty="0" smtClean="0"/>
              <a:t>!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807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kumentdatum_x0020_NY xmlns="Trafikverket">2024-04-23T22:00:00+00:00</Dokumentdatum_x0020_NY>
    <TrvUploadedDocumentTypeTaxHTField0 xmlns="f55ba1df-d739-4c61-9f4f-efed3bcdebe4">
      <Terms xmlns="http://schemas.microsoft.com/office/infopath/2007/PartnerControls">
        <TermInfo xmlns="http://schemas.microsoft.com/office/infopath/2007/PartnerControls">
          <TermName xmlns="http://schemas.microsoft.com/office/infopath/2007/PartnerControls">UPPLADDAT DOKUMENT</TermName>
          <TermId xmlns="http://schemas.microsoft.com/office/infopath/2007/PartnerControls">7c5b34d8-57da-44ed-9451-2f10a78af863</TermId>
        </TermInfo>
      </Terms>
    </TrvUploadedDocumentTypeTaxHTField0>
    <Skapat_x0020_av_x0020_NY xmlns="Trafikverket">Hansson Niclas, IKTgvl</Skapat_x0020_av_x0020_NY>
    <TaxCatchAll xmlns="f55ba1df-d739-4c61-9f4f-efed3bcdebe4">
      <Value>143</Value>
      <Value>152</Value>
    </TaxCatchAll>
    <TrvConfidentialityLevelTaxHTField0 xmlns="f55ba1df-d739-4c61-9f4f-efed3bcdebe4">
      <Terms xmlns="http://schemas.microsoft.com/office/infopath/2007/PartnerControls">
        <TermInfo xmlns="http://schemas.microsoft.com/office/infopath/2007/PartnerControls">
          <TermName xmlns="http://schemas.microsoft.com/office/infopath/2007/PartnerControls">2 Intern</TermName>
          <TermId xmlns="http://schemas.microsoft.com/office/infopath/2007/PartnerControls">13d1762d-2ea9-450d-b05e-1ff9ba31b2a4</TermId>
        </TermInfo>
      </Terms>
    </TrvConfidentialityLevelTaxHTField0>
    <TRVversionNY xmlns="Trafikverket">0.1</TRVversionNY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Uppladdat arbetsrumsdokument" ma:contentTypeID="0x0101002EE44F411E754ABAB6EB27FC7D8442BF00FBDC29B7F7B140FA848AB6ABEF7636D900A26715F740B60A43A71C90E0BF804C27" ma:contentTypeVersion="7" ma:contentTypeDescription="Skapa ett nytt dokument." ma:contentTypeScope="" ma:versionID="6f06a3a8f631992acaf63b2c20d181a7">
  <xsd:schema xmlns:xsd="http://www.w3.org/2001/XMLSchema" xmlns:xs="http://www.w3.org/2001/XMLSchema" xmlns:p="http://schemas.microsoft.com/office/2006/metadata/properties" xmlns:ns1="Trafikverket" xmlns:ns3="f55ba1df-d739-4c61-9f4f-efed3bcdebe4" xmlns:ns4="c79c5fa2-41eb-4353-baac-8bde96a0333d" targetNamespace="http://schemas.microsoft.com/office/2006/metadata/properties" ma:root="true" ma:fieldsID="bfa53bc16c1da1c815159995129e4855" ns1:_="" ns3:_="" ns4:_="">
    <xsd:import namespace="Trafikverket"/>
    <xsd:import namespace="f55ba1df-d739-4c61-9f4f-efed3bcdebe4"/>
    <xsd:import namespace="c79c5fa2-41eb-4353-baac-8bde96a0333d"/>
    <xsd:element name="properties">
      <xsd:complexType>
        <xsd:sequence>
          <xsd:element name="documentManagement">
            <xsd:complexType>
              <xsd:all>
                <xsd:element ref="ns1:Skapat_x0020_av_x0020_NY"/>
                <xsd:element ref="ns1:Dokumentdatum_x0020_NY"/>
                <xsd:element ref="ns1:TRVversionNY" minOccurs="0"/>
                <xsd:element ref="ns1:TrvDocumentTemplateId" minOccurs="0"/>
                <xsd:element ref="ns1:TrvDocumentTemplateVersion" minOccurs="0"/>
                <xsd:element ref="ns3:TrvUploadedDocumentTypeTaxHTField0" minOccurs="0"/>
                <xsd:element ref="ns3:TaxCatchAll" minOccurs="0"/>
                <xsd:element ref="ns3:TaxCatchAllLabel" minOccurs="0"/>
                <xsd:element ref="ns3:TrvConfidentialityLevelTaxHTField0" minOccurs="0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Trafikverket" elementFormDefault="qualified">
    <xsd:import namespace="http://schemas.microsoft.com/office/2006/documentManagement/types"/>
    <xsd:import namespace="http://schemas.microsoft.com/office/infopath/2007/PartnerControls"/>
    <xsd:element name="Skapat_x0020_av_x0020_NY" ma:index="0" ma:displayName="Skapat av" ma:description="Namn och organisationsbeteckning för den person som skapat dokumentet." ma:internalName="TrvCreatedBy" ma:readOnly="false">
      <xsd:simpleType>
        <xsd:restriction base="dms:Text"/>
      </xsd:simpleType>
    </xsd:element>
    <xsd:element name="Dokumentdatum_x0020_NY" ma:index="2" ma:displayName="Dokumentdatum" ma:description="Datum för nuvarande version" ma:format="DateOnly" ma:internalName="TrvDocumentDate" ma:readOnly="false">
      <xsd:simpleType>
        <xsd:restriction base="dms:DateTime"/>
      </xsd:simpleType>
    </xsd:element>
    <xsd:element name="TRVversionNY" ma:index="8" nillable="true" ma:displayName="Version" ma:description="Dokumentets versionsnummer" ma:internalName="TrvVersion" ma:readOnly="true">
      <xsd:simpleType>
        <xsd:restriction base="dms:Text"/>
      </xsd:simpleType>
    </xsd:element>
    <xsd:element name="TrvDocumentTemplateId" ma:index="9" nillable="true" ma:displayName="TMALL-nummer" ma:description="Unik sträng eller nummer som identifierar dokumentmallen. Värdet sätts av respektive system." ma:internalName="TrvDocumentTemplateId" ma:readOnly="true">
      <xsd:simpleType>
        <xsd:restriction base="dms:Text"/>
      </xsd:simpleType>
    </xsd:element>
    <xsd:element name="TrvDocumentTemplateVersion" ma:index="10" nillable="true" ma:displayName="Mallversion" ma:description="Dokumentmallens versionsnummer" ma:internalName="TrvDocumentTemplateVers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5ba1df-d739-4c61-9f4f-efed3bcdebe4" elementFormDefault="qualified">
    <xsd:import namespace="http://schemas.microsoft.com/office/2006/documentManagement/types"/>
    <xsd:import namespace="http://schemas.microsoft.com/office/infopath/2007/PartnerControls"/>
    <xsd:element name="TrvUploadedDocumentTypeTaxHTField0" ma:index="13" ma:taxonomy="true" ma:internalName="TrvUploadedDocumentTypeTaxHTField0" ma:taxonomyFieldName="TrvUploadedDocumentType" ma:displayName="Dokumenttyp för uppladdade dokument" ma:readOnly="false" ma:default="143;#UPPLADDAT DOKUMENT|7c5b34d8-57da-44ed-9451-2f10a78af863" ma:fieldId="{eb96df49-af7b-4885-ae87-85b965eb0ad2}" ma:sspId="56b52474-2a4b-42ac-ac16-0a67cba4e670" ma:termSetId="152f56a5-fdb2-4180-8a6e-79ef00400bc3" ma:anchorId="238613c4-8162-47c5-b0c8-3db178651ae8" ma:open="false" ma:isKeyword="false">
      <xsd:complexType>
        <xsd:sequence>
          <xsd:element ref="pc:Terms" minOccurs="0" maxOccurs="1"/>
        </xsd:sequence>
      </xsd:complexType>
    </xsd:element>
    <xsd:element name="TaxCatchAll" ma:index="14" nillable="true" ma:displayName="Taxonomy Catch All Column" ma:hidden="true" ma:list="{6247cf79-3667-480b-8073-33bf187c852b}" ma:internalName="TaxCatchAll" ma:showField="CatchAllData" ma:web="f55ba1df-d739-4c61-9f4f-efed3bcde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5" nillable="true" ma:displayName="Taxonomy Catch All Column1" ma:hidden="true" ma:list="{6247cf79-3667-480b-8073-33bf187c852b}" ma:internalName="TaxCatchAllLabel" ma:readOnly="true" ma:showField="CatchAllDataLabel" ma:web="f55ba1df-d739-4c61-9f4f-efed3bcde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rvConfidentialityLevelTaxHTField0" ma:index="17" ma:taxonomy="true" ma:internalName="TrvConfidentialityLevelTaxHTField0" ma:taxonomyFieldName="TrvConfidentialityLevel" ma:displayName="Konfidentialitetsnivå" ma:readOnly="false" ma:default="" ma:fieldId="{a84a37ca-5c43-43e3-a37a-c23c41d1607d}" ma:sspId="56b52474-2a4b-42ac-ac16-0a67cba4e670" ma:termSetId="4d666f29-dc73-4030-952a-63de8896f39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c5fa2-41eb-4353-baac-8bde96a0333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Innehållstyp"/>
        <xsd:element ref="dc:title" maxOccurs="1" ma:index="1" ma:displayName="Dokument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7460C3-22AC-4556-BE51-B8FCC421A6C1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85A9E47C-CB0F-4ACB-93EC-4C38A7C2B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8619EA-A111-4C24-B16B-B68CBF1CC806}">
  <ds:schemaRefs>
    <ds:schemaRef ds:uri="http://schemas.microsoft.com/office/2006/metadata/properties"/>
    <ds:schemaRef ds:uri="http://schemas.microsoft.com/office/infopath/2007/PartnerControls"/>
    <ds:schemaRef ds:uri="Trafikverket"/>
    <ds:schemaRef ds:uri="f55ba1df-d739-4c61-9f4f-efed3bcdebe4"/>
  </ds:schemaRefs>
</ds:datastoreItem>
</file>

<file path=customXml/itemProps4.xml><?xml version="1.0" encoding="utf-8"?>
<ds:datastoreItem xmlns:ds="http://schemas.openxmlformats.org/officeDocument/2006/customXml" ds:itemID="{EB866C9E-1390-462C-A551-EACB0A2E5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Trafikverket"/>
    <ds:schemaRef ds:uri="f55ba1df-d739-4c61-9f4f-efed3bcdebe4"/>
    <ds:schemaRef ds:uri="c79c5fa2-41eb-4353-baac-8bde96a033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92</Words>
  <Application>Microsoft Office PowerPoint</Application>
  <PresentationFormat>Bredbild</PresentationFormat>
  <Paragraphs>18</Paragraphs>
  <Slides>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Office-tema</vt:lpstr>
      <vt:lpstr>Problemintroduktion</vt:lpstr>
      <vt:lpstr>PowerPoint-presentation</vt:lpstr>
      <vt:lpstr>PowerPoint-presentation</vt:lpstr>
      <vt:lpstr>Resultat Analys</vt:lpstr>
      <vt:lpstr>Resultat Analys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Hansson Niclas, IKTväve</dc:creator>
  <cp:lastModifiedBy>Niclas Hansson</cp:lastModifiedBy>
  <cp:revision>7</cp:revision>
  <dcterms:created xsi:type="dcterms:W3CDTF">2024-04-24T08:10:15Z</dcterms:created>
  <dcterms:modified xsi:type="dcterms:W3CDTF">2024-10-16T11:00:42Z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0x0101002EE44F411E754ABAB6EB27FC7D8442BF00FBDC29B7F7B140FA848AB6ABEF7636D900A26715F740B60A43A71C90E0BF804C27</vt:lpwstr>
  </property>
  <property fmtid="{D5CDD505-2E9C-101B-9397-08002B2CF9AE}" pid="3" name="TrvDocumentType">
    <vt:lpwstr>143</vt:lpwstr>
  </property>
  <property fmtid="{D5CDD505-2E9C-101B-9397-08002B2CF9AE}" pid="4" name="TrvDocumentTypeTaxHTField0">
    <vt:lpwstr>UPPLADDAT DOKUMENT|7c5b34d8-57da-44ed-9451-2f10a78af863</vt:lpwstr>
  </property>
  <property fmtid="{D5CDD505-2E9C-101B-9397-08002B2CF9AE}" pid="5" name="TrvUploadedDocumentType">
    <vt:lpwstr>143</vt:lpwstr>
  </property>
  <property fmtid="{D5CDD505-2E9C-101B-9397-08002B2CF9AE}" pid="6" name="TrvConfidentialityLevel">
    <vt:lpwstr>152</vt:lpwstr>
  </property>
</Properties>
</file>